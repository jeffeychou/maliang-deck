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Cover slide: ethereal intro with aurora + bokeh, glass card, orbs, blur-zoom title.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Outline: 5 topics revealed progressively, each fade-right on click.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Wave-particle duality: de Broglie formulas + morphing rect demonstrates wave→particle.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Star slide: Schrödinger equation with 3-step derivation, glass card, blur-reveal annotation.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Probability densities: two 2D graphs side-by-side with draw-on animation, plus Born rule formula.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3D orbital probability — plasma surface with the final projected camera angle matching the static PDF/PPTX frame.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Heisenberg uncertainty: central formula, blur-reveal explanation, two extended relations.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Quantum tunneling: particle morphs through a potential barrier in 3 click steps.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Key takeaways: 4 glass cards in 2×2 grid, scale-in steps 1-4.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Closing: animatedText fade-chars, course info, next lecture, decorative orb.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01000" y="190500"/>
            <a:ext cx="2667000" cy="2667000"/>
          </a:xfrm>
          <a:prstGeom prst="ellipse">
            <a:avLst/>
          </a:prstGeom>
          <a:solidFill>
            <a:srgbClr val="C4B5FD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525000" y="2667000"/>
            <a:ext cx="1905000" cy="1905000"/>
          </a:xfrm>
          <a:prstGeom prst="ellipse">
            <a:avLst/>
          </a:prstGeom>
          <a:solidFill>
            <a:srgbClr val="F9A8D4">
              <a:alpha val="15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9334500" y="4667250"/>
            <a:ext cx="1333500" cy="1333500"/>
          </a:xfrm>
          <a:prstGeom prst="ellipse">
            <a:avLst/>
          </a:prstGeom>
          <a:solidFill>
            <a:srgbClr val="FBBF24">
              <a:alpha val="14000"/>
            </a:srgbClr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552450" y="762000"/>
            <a:ext cx="6858000" cy="4953000"/>
          </a:xfrm>
          <a:custGeom>
            <a:avLst/>
            <a:gdLst/>
            <a:ahLst/>
            <a:cxnLst/>
            <a:rect l="l" t="t" r="r" b="b"/>
            <a:pathLst>
              <a:path w="6858000" h="4953000">
                <a:moveTo>
                  <a:pt x="304800" y="0"/>
                </a:moveTo>
                <a:lnTo>
                  <a:pt x="6553200" y="0"/>
                </a:lnTo>
                <a:cubicBezTo>
                  <a:pt x="6721536" y="0"/>
                  <a:pt x="6858000" y="136464"/>
                  <a:pt x="6858000" y="304800"/>
                </a:cubicBezTo>
                <a:lnTo>
                  <a:pt x="6858000" y="4648200"/>
                </a:lnTo>
                <a:cubicBezTo>
                  <a:pt x="6858000" y="4816536"/>
                  <a:pt x="6721536" y="4953000"/>
                  <a:pt x="6553200" y="4953000"/>
                </a:cubicBezTo>
                <a:lnTo>
                  <a:pt x="304800" y="4953000"/>
                </a:lnTo>
                <a:cubicBezTo>
                  <a:pt x="136464" y="4953000"/>
                  <a:pt x="0" y="4816536"/>
                  <a:pt x="0" y="4648200"/>
                </a:cubicBezTo>
                <a:lnTo>
                  <a:pt x="0" y="304800"/>
                </a:lnTo>
                <a:cubicBezTo>
                  <a:pt x="0" y="136464"/>
                  <a:pt x="136464" y="0"/>
                  <a:pt x="304800" y="0"/>
                </a:cubicBezTo>
                <a:close/>
              </a:path>
            </a:pathLst>
          </a:custGeom>
          <a:solidFill>
            <a:srgbClr val="C4B5FD">
              <a:alpha val="7000"/>
            </a:srgbClr>
          </a:solidFill>
          <a:ln w="9525">
            <a:solidFill>
              <a:srgbClr val="C4B5FD">
                <a:alpha val="22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09650" y="1295400"/>
            <a:ext cx="59055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975" b="1" dirty="0">
                <a:solidFill>
                  <a:srgbClr val="C4B5FD"/>
                </a:solidFill>
                <a:latin typeface="Segoe UI"/>
                <a:ea typeface="Microsoft YaHei"/>
                <a:cs typeface="Segoe UI"/>
              </a:rPr>
              <a:t>PHYS 7210 — Graduate Quantum Mechanics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500" y="1790700"/>
            <a:ext cx="6096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390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Wave Functions &amp; Measurement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9650" y="4000500"/>
            <a:ext cx="5524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500" dirty="0">
                <a:solidFill>
                  <a:srgbClr val="F1F5F9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Lecture 12 — Course Instructor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09650" y="4533900"/>
            <a:ext cx="1714500" cy="19050"/>
          </a:xfrm>
          <a:prstGeom prst="rect">
            <a:avLst/>
          </a:prstGeom>
          <a:solidFill>
            <a:srgbClr val="C4B5FD">
              <a:alpha val="45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009650" y="4762500"/>
            <a:ext cx="55245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125" dirty="0">
                <a:solidFill>
                  <a:srgbClr val="C4B5FD">
                    <a:alpha val="50000"/>
                  </a:srgbClr>
                </a:solidFill>
                <a:latin typeface="Segoe UI"/>
                <a:ea typeface="Microsoft YaHei"/>
                <a:cs typeface="Segoe UI"/>
              </a:rPr>
              <a:t>Department of Physics · Spring 2026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453342" y="492633"/>
            <a:ext cx="4191000" cy="4191000"/>
          </a:xfrm>
          <a:prstGeom prst="ellipse">
            <a:avLst/>
          </a:prstGeom>
          <a:solidFill>
            <a:srgbClr val="C4B5FD">
              <a:alpha val="7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2000" y="533400"/>
            <a:ext cx="57150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30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Today's Topics</a:t>
            </a:r>
          </a:p>
        </p:txBody>
      </p:sp>
      <p:sp>
        <p:nvSpPr>
          <p:cNvPr id="5" name="Freeform 5"/>
          <p:cNvSpPr/>
          <p:nvPr/>
        </p:nvSpPr>
        <p:spPr>
          <a:xfrm>
            <a:off x="673798" y="1329976"/>
            <a:ext cx="8382000" cy="4857750"/>
          </a:xfrm>
          <a:custGeom>
            <a:avLst/>
            <a:gdLst/>
            <a:ahLst/>
            <a:cxnLst/>
            <a:rect l="l" t="t" r="r" b="b"/>
            <a:pathLst>
              <a:path w="8382000" h="4857750">
                <a:moveTo>
                  <a:pt x="228600" y="0"/>
                </a:moveTo>
                <a:lnTo>
                  <a:pt x="8153400" y="0"/>
                </a:lnTo>
                <a:cubicBezTo>
                  <a:pt x="8279652" y="0"/>
                  <a:pt x="8382000" y="102348"/>
                  <a:pt x="8382000" y="228600"/>
                </a:cubicBezTo>
                <a:lnTo>
                  <a:pt x="8382000" y="4629150"/>
                </a:lnTo>
                <a:cubicBezTo>
                  <a:pt x="8382000" y="4755402"/>
                  <a:pt x="8279652" y="4857750"/>
                  <a:pt x="8153400" y="4857750"/>
                </a:cubicBezTo>
                <a:lnTo>
                  <a:pt x="228600" y="4857750"/>
                </a:lnTo>
                <a:cubicBezTo>
                  <a:pt x="102348" y="4857750"/>
                  <a:pt x="0" y="4755402"/>
                  <a:pt x="0" y="462915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C4B5FD">
              <a:alpha val="6000"/>
            </a:srgbClr>
          </a:solidFill>
          <a:ln w="9525">
            <a:solidFill>
              <a:srgbClr val="C4B5FD">
                <a:alpha val="18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181100" y="1733550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950" b="1" dirty="0">
                <a:solidFill>
                  <a:srgbClr val="C4B5FD"/>
                </a:solidFill>
                <a:latin typeface="Segoe UI"/>
                <a:ea typeface="Microsoft YaHei"/>
                <a:cs typeface="Segoe UI"/>
              </a:rPr>
              <a:t>01   Wave-Particle Duality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81100" y="2524125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950" b="1" dirty="0">
                <a:solidFill>
                  <a:srgbClr val="F9A8D4"/>
                </a:solidFill>
                <a:latin typeface="Segoe UI"/>
                <a:ea typeface="Microsoft YaHei"/>
                <a:cs typeface="Segoe UI"/>
              </a:rPr>
              <a:t>02   The Schrödinger Equation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1100" y="3314700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950" b="1" dirty="0">
                <a:solidFill>
                  <a:srgbClr val="FBBF24"/>
                </a:solidFill>
                <a:latin typeface="Segoe UI"/>
                <a:ea typeface="Microsoft YaHei"/>
                <a:cs typeface="Segoe UI"/>
              </a:rPr>
              <a:t>03   Probability Densities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" y="4105275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950" b="1" dirty="0">
                <a:solidFill>
                  <a:srgbClr val="93C5FD"/>
                </a:solidFill>
                <a:latin typeface="Segoe UI"/>
                <a:ea typeface="Microsoft YaHei"/>
                <a:cs typeface="Segoe UI"/>
              </a:rPr>
              <a:t>04   The Uncertainty Principle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4895850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950" b="1" dirty="0">
                <a:solidFill>
                  <a:srgbClr val="6EE7B7"/>
                </a:solidFill>
                <a:latin typeface="Segoe UI"/>
                <a:ea typeface="Microsoft YaHei"/>
                <a:cs typeface="Segoe UI"/>
              </a:rPr>
              <a:t>05   Quantum Tunneling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400050"/>
            <a:ext cx="72390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Wave-Particle Duality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2000" y="1104900"/>
            <a:ext cx="666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425" dirty="0">
                <a:solidFill>
                  <a:srgbClr val="F1F5F9">
                    <a:alpha val="60000"/>
                  </a:srgbClr>
                </a:solidFill>
                <a:latin typeface="Segoe UI"/>
                <a:ea typeface="Microsoft YaHei"/>
                <a:cs typeface="Segoe UI"/>
              </a:rPr>
              <a:t>Louis de Broglie proposed that all matter exhibits both wave-like and particle-like properties. The wavelength associated with a particle depends on its momentum.</a:t>
            </a:r>
          </a:p>
        </p:txBody>
      </p:sp>
      <p:sp>
        <p:nvSpPr>
          <p:cNvPr id="5" name="Freeform 5"/>
          <p:cNvSpPr/>
          <p:nvPr/>
        </p:nvSpPr>
        <p:spPr>
          <a:xfrm>
            <a:off x="673703" y="2801398"/>
            <a:ext cx="7429500" cy="1619250"/>
          </a:xfrm>
          <a:custGeom>
            <a:avLst/>
            <a:gdLst/>
            <a:ahLst/>
            <a:cxnLst/>
            <a:rect l="l" t="t" r="r" b="b"/>
            <a:pathLst>
              <a:path w="7429500" h="1619250">
                <a:moveTo>
                  <a:pt x="190500" y="0"/>
                </a:moveTo>
                <a:lnTo>
                  <a:pt x="7239000" y="0"/>
                </a:lnTo>
                <a:cubicBezTo>
                  <a:pt x="7344210" y="0"/>
                  <a:pt x="7429500" y="85290"/>
                  <a:pt x="7429500" y="190500"/>
                </a:cubicBezTo>
                <a:lnTo>
                  <a:pt x="7429500" y="1428750"/>
                </a:lnTo>
                <a:cubicBezTo>
                  <a:pt x="7429500" y="1533960"/>
                  <a:pt x="7344210" y="1619250"/>
                  <a:pt x="7239000" y="1619250"/>
                </a:cubicBezTo>
                <a:lnTo>
                  <a:pt x="190500" y="1619250"/>
                </a:lnTo>
                <a:cubicBezTo>
                  <a:pt x="85290" y="1619250"/>
                  <a:pt x="0" y="1533960"/>
                  <a:pt x="0" y="1428750"/>
                </a:cubicBezTo>
                <a:lnTo>
                  <a:pt x="0" y="190500"/>
                </a:lnTo>
                <a:cubicBezTo>
                  <a:pt x="0" y="85290"/>
                  <a:pt x="85290" y="0"/>
                  <a:pt x="190500" y="0"/>
                </a:cubicBezTo>
                <a:close/>
              </a:path>
            </a:pathLst>
          </a:custGeom>
          <a:solidFill>
            <a:srgbClr val="C4B5FD">
              <a:alpha val="7000"/>
            </a:srgbClr>
          </a:solidFill>
          <a:ln w="9525">
            <a:solidFill>
              <a:srgbClr val="C4B5FD">
                <a:alpha val="22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54488" y="3143917"/>
            <a:ext cx="11727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i="1" dirty="0">
                <a:solidFill>
                  <a:srgbClr val="C4B5FD"/>
                </a:solidFill>
                <a:latin typeface="Cambria Math"/>
                <a:ea typeface="Microsoft YaHei"/>
                <a:cs typeface="Cambria Math"/>
              </a:rPr>
              <a:t>E = hν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71352" y="4099941"/>
            <a:ext cx="1618583" cy="2125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050" dirty="0">
                <a:solidFill>
                  <a:srgbClr val="C4B5FD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Energy-frequency relation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711827" y="2822258"/>
            <a:ext cx="1025271" cy="887424"/>
            <a:chOff x="4711827" y="2822258"/>
            <a:chExt cx="1025271" cy="887424"/>
          </a:xfrm>
        </p:grpSpPr>
        <p:sp>
          <p:nvSpPr>
            <p:cNvPr id="8" name="TextBox 8"/>
            <p:cNvSpPr txBox="1"/>
            <p:nvPr/>
          </p:nvSpPr>
          <p:spPr>
            <a:xfrm>
              <a:off x="4711827" y="2936443"/>
              <a:ext cx="62064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i="1" dirty="0">
                  <a:solidFill>
                    <a:srgbClr val="F9A8D4"/>
                  </a:solidFill>
                  <a:latin typeface="Cambria Math"/>
                  <a:ea typeface="Microsoft YaHei"/>
                  <a:cs typeface="Cambria Math"/>
                </a:rPr>
                <a:t>λ =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466310" y="2822258"/>
              <a:ext cx="222662" cy="4279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6" i="1" dirty="0">
                  <a:solidFill>
                    <a:srgbClr val="F9A8D4"/>
                  </a:solidFill>
                  <a:latin typeface="Cambria Math"/>
                  <a:ea typeface="Microsoft YaHei"/>
                  <a:cs typeface="Cambria Math"/>
                </a:rPr>
                <a:t>h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390769" y="3200476"/>
              <a:ext cx="346329" cy="9525"/>
            </a:xfrm>
            <a:custGeom>
              <a:avLst/>
              <a:gdLst/>
              <a:ahLst/>
              <a:cxnLst/>
              <a:rect l="l" t="t" r="r" b="b"/>
              <a:pathLst>
                <a:path w="346329" h="9525">
                  <a:moveTo>
                    <a:pt x="0" y="0"/>
                  </a:moveTo>
                  <a:lnTo>
                    <a:pt x="346329" y="0"/>
                  </a:lnTo>
                </a:path>
              </a:pathLst>
            </a:custGeom>
            <a:noFill/>
            <a:ln w="18860">
              <a:solidFill>
                <a:srgbClr val="F9A8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66310" y="3281743"/>
              <a:ext cx="222662" cy="4279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6" i="1" dirty="0">
                  <a:solidFill>
                    <a:srgbClr val="F9A8D4"/>
                  </a:solidFill>
                  <a:latin typeface="Cambria Math"/>
                  <a:ea typeface="Microsoft YaHei"/>
                  <a:cs typeface="Cambria Math"/>
                </a:rPr>
                <a:t>p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705761" y="4215479"/>
            <a:ext cx="1409700" cy="1739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050" dirty="0">
                <a:solidFill>
                  <a:srgbClr val="F9A8D4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de Broglie wavelength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63000" y="190500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en-US" sz="1200" dirty="0">
                <a:solidFill>
                  <a:srgbClr val="C4B5FD">
                    <a:alpha val="65000"/>
                  </a:srgbClr>
                </a:solidFill>
                <a:latin typeface="Segoe UI"/>
                <a:ea typeface="Microsoft YaHei"/>
                <a:cs typeface="Segoe UI"/>
              </a:rPr>
              <a:t>Wave → Particle (click to morph)</a:t>
            </a:r>
          </a:p>
        </p:txBody>
      </p:sp>
      <p:sp>
        <p:nvSpPr>
          <p:cNvPr id="15" name="Freeform 15"/>
          <p:cNvSpPr/>
          <p:nvPr/>
        </p:nvSpPr>
        <p:spPr>
          <a:xfrm>
            <a:off x="8387334" y="2511362"/>
            <a:ext cx="2857500" cy="285750"/>
          </a:xfrm>
          <a:custGeom>
            <a:avLst/>
            <a:gdLst/>
            <a:ahLst/>
            <a:cxnLst/>
            <a:rect l="l" t="t" r="r" b="b"/>
            <a:pathLst>
              <a:path w="2857500" h="285750">
                <a:moveTo>
                  <a:pt x="38100" y="0"/>
                </a:moveTo>
                <a:lnTo>
                  <a:pt x="2819400" y="0"/>
                </a:lnTo>
                <a:cubicBezTo>
                  <a:pt x="2840442" y="0"/>
                  <a:pt x="2857500" y="17058"/>
                  <a:pt x="2857500" y="38100"/>
                </a:cubicBezTo>
                <a:lnTo>
                  <a:pt x="2857500" y="247650"/>
                </a:lnTo>
                <a:cubicBezTo>
                  <a:pt x="2857500" y="268692"/>
                  <a:pt x="2840442" y="285750"/>
                  <a:pt x="28194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4B5FD">
              <a:alpha val="85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361950"/>
            <a:ext cx="78105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The Schrödinger Equation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571500" y="10668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209550" y="0"/>
                </a:moveTo>
                <a:lnTo>
                  <a:pt x="10839450" y="0"/>
                </a:lnTo>
                <a:cubicBezTo>
                  <a:pt x="10955181" y="0"/>
                  <a:pt x="11049000" y="93819"/>
                  <a:pt x="11049000" y="209550"/>
                </a:cubicBezTo>
                <a:lnTo>
                  <a:pt x="11049000" y="1695450"/>
                </a:lnTo>
                <a:cubicBezTo>
                  <a:pt x="11049000" y="1811181"/>
                  <a:pt x="10955181" y="1905000"/>
                  <a:pt x="10839450" y="1905000"/>
                </a:cubicBezTo>
                <a:lnTo>
                  <a:pt x="209550" y="1905000"/>
                </a:lnTo>
                <a:cubicBezTo>
                  <a:pt x="93819" y="1905000"/>
                  <a:pt x="0" y="1811181"/>
                  <a:pt x="0" y="16954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C4B5FD">
              <a:alpha val="7000"/>
            </a:srgbClr>
          </a:solidFill>
          <a:ln w="9525">
            <a:solidFill>
              <a:srgbClr val="C4B5FD">
                <a:alpha val="24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845915" y="1251585"/>
            <a:ext cx="1131208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i="1" dirty="0">
                <a:solidFill>
                  <a:srgbClr val="F1F5F9"/>
                </a:solidFill>
                <a:latin typeface="Cambria Math"/>
                <a:ea typeface="Microsoft YaHei"/>
                <a:cs typeface="Cambria Math"/>
              </a:rPr>
              <a:t>Ĥ ψ = E ψ qquad text(Time-independent Schrödinger equation)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2552700"/>
            <a:ext cx="57150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125" dirty="0">
                <a:solidFill>
                  <a:srgbClr val="C4B5FD">
                    <a:alpha val="50000"/>
                  </a:srgbClr>
                </a:solidFill>
                <a:latin typeface="Segoe UI"/>
                <a:ea typeface="Microsoft YaHei"/>
                <a:cs typeface="Segoe UI"/>
              </a:rPr>
              <a:t>Click → to expand the derivation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3554254"/>
            <a:ext cx="952500" cy="30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1F5F9">
                    <a:alpha val="70000"/>
                  </a:srgbClr>
                </a:solidFill>
                <a:latin typeface="Segoe UI"/>
                <a:ea typeface="Microsoft YaHei"/>
                <a:cs typeface="Segoe UI"/>
              </a:rPr>
              <a:t>The Hamiltonian operator Ĥ encodes the total energy of the system — kinetic plus potential.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45339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200" dirty="0">
                <a:solidFill>
                  <a:srgbClr val="C4B5FD">
                    <a:alpha val="70000"/>
                  </a:srgbClr>
                </a:solidFill>
                <a:latin typeface="Segoe UI"/>
                <a:ea typeface="Microsoft YaHei"/>
                <a:cs typeface="Segoe UI"/>
              </a:rPr>
              <a:t>Ψ(’r, t) — wave function encodes all quantum state information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81500" y="45339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200" dirty="0">
                <a:solidFill>
                  <a:srgbClr val="F9A8D4">
                    <a:alpha val="70000"/>
                  </a:srgbClr>
                </a:solidFill>
                <a:latin typeface="Segoe UI"/>
                <a:ea typeface="Microsoft YaHei"/>
                <a:cs typeface="Segoe UI"/>
              </a:rPr>
              <a:t>ħ = h/2π — reduced Planck constant ħ ≈ 1.055 × 10⁻³⁴ J·s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01000" y="4533900"/>
            <a:ext cx="3238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200" dirty="0">
                <a:solidFill>
                  <a:srgbClr val="FBBF24">
                    <a:alpha val="70000"/>
                  </a:srgbClr>
                </a:solidFill>
                <a:latin typeface="Segoe UI"/>
                <a:ea typeface="Microsoft YaHei"/>
                <a:cs typeface="Segoe UI"/>
              </a:rPr>
              <a:t>V(’r) — potential energy field determines bound state solutions</a:t>
            </a:r>
          </a:p>
        </p:txBody>
      </p:sp>
      <p:sp>
        <p:nvSpPr>
          <p:cNvPr id="11" name="Ellipse 11"/>
          <p:cNvSpPr/>
          <p:nvPr/>
        </p:nvSpPr>
        <p:spPr>
          <a:xfrm>
            <a:off x="10668000" y="0"/>
            <a:ext cx="1524000" cy="1524000"/>
          </a:xfrm>
          <a:prstGeom prst="ellipse">
            <a:avLst/>
          </a:prstGeom>
          <a:solidFill>
            <a:srgbClr val="C4B5FD">
              <a:alpha val="10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361950"/>
            <a:ext cx="66675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Probability Densities</a:t>
            </a:r>
          </a:p>
        </p:txBody>
      </p:sp>
      <p:grpSp>
        <p:nvGrpSpPr>
          <p:cNvPr id="15" name="prob-graph-pib"/>
          <p:cNvGrpSpPr/>
          <p:nvPr/>
        </p:nvGrpSpPr>
        <p:grpSpPr>
          <a:xfrm>
            <a:off x="342900" y="1066800"/>
            <a:ext cx="5524500" cy="4105275"/>
            <a:chOff x="342900" y="1066800"/>
            <a:chExt cx="5524500" cy="4105275"/>
          </a:xfrm>
        </p:grpSpPr>
        <p:sp>
          <p:nvSpPr>
            <p:cNvPr id="4" name="Rectangle 4"/>
            <p:cNvSpPr/>
            <p:nvPr/>
          </p:nvSpPr>
          <p:spPr>
            <a:xfrm>
              <a:off x="342900" y="1066800"/>
              <a:ext cx="5524500" cy="4095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4290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102295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86169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621084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42900" y="51625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42900" y="174942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42900" y="51625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4748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34290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14288">
              <a:solidFill>
                <a:srgbClr val="64748B"/>
              </a:solidFill>
            </a:ln>
          </p:spPr>
        </p:sp>
        <p:sp>
          <p:nvSpPr>
            <p:cNvPr id="13" name="Polyline 13"/>
            <p:cNvSpPr/>
            <p:nvPr/>
          </p:nvSpPr>
          <p:spPr>
            <a:xfrm>
              <a:off x="342900" y="1749427"/>
              <a:ext cx="5524500" cy="3413123"/>
            </a:xfrm>
            <a:custGeom>
              <a:avLst/>
              <a:gdLst/>
              <a:ahLst/>
              <a:cxnLst/>
              <a:rect l="l" t="t" r="r" b="b"/>
              <a:pathLst>
                <a:path w="5524500" h="3413123">
                  <a:moveTo>
                    <a:pt x="0" y="3413123"/>
                  </a:moveTo>
                  <a:lnTo>
                    <a:pt x="34528" y="3411808"/>
                  </a:lnTo>
                  <a:lnTo>
                    <a:pt x="69056" y="3407867"/>
                  </a:lnTo>
                  <a:lnTo>
                    <a:pt x="103584" y="3401306"/>
                  </a:lnTo>
                  <a:lnTo>
                    <a:pt x="138112" y="3392133"/>
                  </a:lnTo>
                  <a:lnTo>
                    <a:pt x="172641" y="3380364"/>
                  </a:lnTo>
                  <a:lnTo>
                    <a:pt x="207169" y="3366018"/>
                  </a:lnTo>
                  <a:lnTo>
                    <a:pt x="241697" y="3349115"/>
                  </a:lnTo>
                  <a:lnTo>
                    <a:pt x="276225" y="3329682"/>
                  </a:lnTo>
                  <a:lnTo>
                    <a:pt x="310753" y="3307749"/>
                  </a:lnTo>
                  <a:lnTo>
                    <a:pt x="345281" y="3283348"/>
                  </a:lnTo>
                  <a:lnTo>
                    <a:pt x="379809" y="3256519"/>
                  </a:lnTo>
                  <a:lnTo>
                    <a:pt x="414338" y="3227303"/>
                  </a:lnTo>
                  <a:lnTo>
                    <a:pt x="448866" y="3195745"/>
                  </a:lnTo>
                  <a:lnTo>
                    <a:pt x="483394" y="3161892"/>
                  </a:lnTo>
                  <a:lnTo>
                    <a:pt x="517922" y="3125798"/>
                  </a:lnTo>
                  <a:lnTo>
                    <a:pt x="552450" y="3087517"/>
                  </a:lnTo>
                  <a:lnTo>
                    <a:pt x="586978" y="3047110"/>
                  </a:lnTo>
                  <a:lnTo>
                    <a:pt x="621506" y="3004637"/>
                  </a:lnTo>
                  <a:lnTo>
                    <a:pt x="656034" y="2960165"/>
                  </a:lnTo>
                  <a:lnTo>
                    <a:pt x="690562" y="2913762"/>
                  </a:lnTo>
                  <a:lnTo>
                    <a:pt x="725091" y="2865500"/>
                  </a:lnTo>
                  <a:lnTo>
                    <a:pt x="759619" y="2815452"/>
                  </a:lnTo>
                  <a:lnTo>
                    <a:pt x="794147" y="2763696"/>
                  </a:lnTo>
                  <a:lnTo>
                    <a:pt x="828675" y="2710312"/>
                  </a:lnTo>
                  <a:lnTo>
                    <a:pt x="863203" y="2655381"/>
                  </a:lnTo>
                  <a:lnTo>
                    <a:pt x="897731" y="2598990"/>
                  </a:lnTo>
                  <a:lnTo>
                    <a:pt x="932259" y="2541223"/>
                  </a:lnTo>
                  <a:lnTo>
                    <a:pt x="966788" y="2482171"/>
                  </a:lnTo>
                  <a:lnTo>
                    <a:pt x="1001316" y="2421924"/>
                  </a:lnTo>
                  <a:lnTo>
                    <a:pt x="1035844" y="2360575"/>
                  </a:lnTo>
                  <a:lnTo>
                    <a:pt x="1070372" y="2298219"/>
                  </a:lnTo>
                  <a:lnTo>
                    <a:pt x="1104900" y="2234951"/>
                  </a:lnTo>
                  <a:lnTo>
                    <a:pt x="1139428" y="2170869"/>
                  </a:lnTo>
                  <a:lnTo>
                    <a:pt x="1173956" y="2106073"/>
                  </a:lnTo>
                  <a:lnTo>
                    <a:pt x="1208484" y="2040660"/>
                  </a:lnTo>
                  <a:lnTo>
                    <a:pt x="1243012" y="1974733"/>
                  </a:lnTo>
                  <a:lnTo>
                    <a:pt x="1277541" y="1908394"/>
                  </a:lnTo>
                  <a:lnTo>
                    <a:pt x="1312069" y="1841743"/>
                  </a:lnTo>
                  <a:lnTo>
                    <a:pt x="1346597" y="1774884"/>
                  </a:lnTo>
                  <a:lnTo>
                    <a:pt x="1381125" y="1707919"/>
                  </a:lnTo>
                  <a:lnTo>
                    <a:pt x="1415653" y="1640953"/>
                  </a:lnTo>
                  <a:lnTo>
                    <a:pt x="1450181" y="1574087"/>
                  </a:lnTo>
                  <a:lnTo>
                    <a:pt x="1484709" y="1507426"/>
                  </a:lnTo>
                  <a:lnTo>
                    <a:pt x="1519238" y="1441072"/>
                  </a:lnTo>
                  <a:lnTo>
                    <a:pt x="1553766" y="1375126"/>
                  </a:lnTo>
                  <a:lnTo>
                    <a:pt x="1588294" y="1309691"/>
                  </a:lnTo>
                  <a:lnTo>
                    <a:pt x="1622822" y="1244867"/>
                  </a:lnTo>
                  <a:lnTo>
                    <a:pt x="1657350" y="1180754"/>
                  </a:lnTo>
                  <a:lnTo>
                    <a:pt x="1691878" y="1117452"/>
                  </a:lnTo>
                  <a:lnTo>
                    <a:pt x="1726406" y="1055057"/>
                  </a:lnTo>
                  <a:lnTo>
                    <a:pt x="1760934" y="993665"/>
                  </a:lnTo>
                  <a:lnTo>
                    <a:pt x="1795462" y="933372"/>
                  </a:lnTo>
                  <a:lnTo>
                    <a:pt x="1829991" y="874269"/>
                  </a:lnTo>
                  <a:lnTo>
                    <a:pt x="1864519" y="816449"/>
                  </a:lnTo>
                  <a:lnTo>
                    <a:pt x="1899047" y="759999"/>
                  </a:lnTo>
                  <a:lnTo>
                    <a:pt x="1933575" y="705008"/>
                  </a:lnTo>
                  <a:lnTo>
                    <a:pt x="1968103" y="651560"/>
                  </a:lnTo>
                  <a:lnTo>
                    <a:pt x="2002631" y="599736"/>
                  </a:lnTo>
                  <a:lnTo>
                    <a:pt x="2037159" y="549617"/>
                  </a:lnTo>
                  <a:lnTo>
                    <a:pt x="2071688" y="501281"/>
                  </a:lnTo>
                  <a:lnTo>
                    <a:pt x="2106216" y="454801"/>
                  </a:lnTo>
                  <a:lnTo>
                    <a:pt x="2140744" y="410249"/>
                  </a:lnTo>
                  <a:lnTo>
                    <a:pt x="2175272" y="367694"/>
                  </a:lnTo>
                  <a:lnTo>
                    <a:pt x="2209800" y="327202"/>
                  </a:lnTo>
                  <a:lnTo>
                    <a:pt x="2244328" y="288833"/>
                  </a:lnTo>
                  <a:lnTo>
                    <a:pt x="2278856" y="252650"/>
                  </a:lnTo>
                  <a:lnTo>
                    <a:pt x="2313384" y="218704"/>
                  </a:lnTo>
                  <a:lnTo>
                    <a:pt x="2347912" y="187052"/>
                  </a:lnTo>
                  <a:lnTo>
                    <a:pt x="2382441" y="157740"/>
                  </a:lnTo>
                  <a:lnTo>
                    <a:pt x="2416969" y="130813"/>
                  </a:lnTo>
                  <a:lnTo>
                    <a:pt x="2451497" y="106314"/>
                  </a:lnTo>
                  <a:lnTo>
                    <a:pt x="2486025" y="84280"/>
                  </a:lnTo>
                  <a:lnTo>
                    <a:pt x="2520553" y="64745"/>
                  </a:lnTo>
                  <a:lnTo>
                    <a:pt x="2555081" y="47739"/>
                  </a:lnTo>
                  <a:lnTo>
                    <a:pt x="2589609" y="33288"/>
                  </a:lnTo>
                  <a:lnTo>
                    <a:pt x="2624138" y="21414"/>
                  </a:lnTo>
                  <a:lnTo>
                    <a:pt x="2658666" y="12137"/>
                  </a:lnTo>
                  <a:lnTo>
                    <a:pt x="2693194" y="5468"/>
                  </a:lnTo>
                  <a:lnTo>
                    <a:pt x="2727722" y="1421"/>
                  </a:lnTo>
                  <a:lnTo>
                    <a:pt x="2762250" y="0"/>
                  </a:lnTo>
                  <a:lnTo>
                    <a:pt x="2796778" y="1208"/>
                  </a:lnTo>
                  <a:lnTo>
                    <a:pt x="2831306" y="5043"/>
                  </a:lnTo>
                  <a:lnTo>
                    <a:pt x="2865834" y="11498"/>
                  </a:lnTo>
                  <a:lnTo>
                    <a:pt x="2900362" y="20564"/>
                  </a:lnTo>
                  <a:lnTo>
                    <a:pt x="2934891" y="32228"/>
                  </a:lnTo>
                  <a:lnTo>
                    <a:pt x="2969419" y="46471"/>
                  </a:lnTo>
                  <a:lnTo>
                    <a:pt x="3003947" y="63271"/>
                  </a:lnTo>
                  <a:lnTo>
                    <a:pt x="3038475" y="82602"/>
                  </a:lnTo>
                  <a:lnTo>
                    <a:pt x="3073003" y="104434"/>
                  </a:lnTo>
                  <a:lnTo>
                    <a:pt x="3107531" y="128734"/>
                  </a:lnTo>
                  <a:lnTo>
                    <a:pt x="3142059" y="155465"/>
                  </a:lnTo>
                  <a:lnTo>
                    <a:pt x="3176588" y="184586"/>
                  </a:lnTo>
                  <a:lnTo>
                    <a:pt x="3211116" y="216050"/>
                  </a:lnTo>
                  <a:lnTo>
                    <a:pt x="3245644" y="249810"/>
                  </a:lnTo>
                  <a:lnTo>
                    <a:pt x="3280172" y="285815"/>
                  </a:lnTo>
                  <a:lnTo>
                    <a:pt x="3314700" y="324008"/>
                  </a:lnTo>
                  <a:lnTo>
                    <a:pt x="3349228" y="364330"/>
                  </a:lnTo>
                  <a:lnTo>
                    <a:pt x="3383756" y="406720"/>
                  </a:lnTo>
                  <a:lnTo>
                    <a:pt x="3418284" y="451113"/>
                  </a:lnTo>
                  <a:lnTo>
                    <a:pt x="3452812" y="497438"/>
                  </a:lnTo>
                  <a:lnTo>
                    <a:pt x="3487341" y="545627"/>
                  </a:lnTo>
                  <a:lnTo>
                    <a:pt x="3521869" y="595604"/>
                  </a:lnTo>
                  <a:lnTo>
                    <a:pt x="3556397" y="647292"/>
                  </a:lnTo>
                  <a:lnTo>
                    <a:pt x="3590925" y="700611"/>
                  </a:lnTo>
                  <a:lnTo>
                    <a:pt x="3625453" y="755481"/>
                  </a:lnTo>
                  <a:lnTo>
                    <a:pt x="3659981" y="811815"/>
                  </a:lnTo>
                  <a:lnTo>
                    <a:pt x="3694509" y="869528"/>
                  </a:lnTo>
                  <a:lnTo>
                    <a:pt x="3729038" y="928529"/>
                  </a:lnTo>
                  <a:lnTo>
                    <a:pt x="3763566" y="988730"/>
                  </a:lnTo>
                  <a:lnTo>
                    <a:pt x="3798094" y="1050036"/>
                  </a:lnTo>
                  <a:lnTo>
                    <a:pt x="3832622" y="1112353"/>
                  </a:lnTo>
                  <a:lnTo>
                    <a:pt x="3867150" y="1175586"/>
                  </a:lnTo>
                  <a:lnTo>
                    <a:pt x="3901678" y="1239637"/>
                  </a:lnTo>
                  <a:lnTo>
                    <a:pt x="3936206" y="1304406"/>
                  </a:lnTo>
                  <a:lnTo>
                    <a:pt x="3970734" y="1369795"/>
                  </a:lnTo>
                  <a:lnTo>
                    <a:pt x="4005262" y="1435703"/>
                  </a:lnTo>
                  <a:lnTo>
                    <a:pt x="4039791" y="1502029"/>
                  </a:lnTo>
                  <a:lnTo>
                    <a:pt x="4074319" y="1568668"/>
                  </a:lnTo>
                  <a:lnTo>
                    <a:pt x="4108847" y="1635522"/>
                  </a:lnTo>
                  <a:lnTo>
                    <a:pt x="4143375" y="1702483"/>
                  </a:lnTo>
                  <a:lnTo>
                    <a:pt x="4177903" y="1769452"/>
                  </a:lnTo>
                  <a:lnTo>
                    <a:pt x="4212431" y="1836323"/>
                  </a:lnTo>
                  <a:lnTo>
                    <a:pt x="4246959" y="1902995"/>
                  </a:lnTo>
                  <a:lnTo>
                    <a:pt x="4281488" y="1969363"/>
                  </a:lnTo>
                  <a:lnTo>
                    <a:pt x="4316016" y="2035328"/>
                  </a:lnTo>
                  <a:lnTo>
                    <a:pt x="4350544" y="2100785"/>
                  </a:lnTo>
                  <a:lnTo>
                    <a:pt x="4385072" y="2165636"/>
                  </a:lnTo>
                  <a:lnTo>
                    <a:pt x="4419600" y="2229780"/>
                  </a:lnTo>
                  <a:lnTo>
                    <a:pt x="4454128" y="2293117"/>
                  </a:lnTo>
                  <a:lnTo>
                    <a:pt x="4488656" y="2355551"/>
                  </a:lnTo>
                  <a:lnTo>
                    <a:pt x="4523184" y="2416985"/>
                  </a:lnTo>
                  <a:lnTo>
                    <a:pt x="4557712" y="2477325"/>
                  </a:lnTo>
                  <a:lnTo>
                    <a:pt x="4592241" y="2536478"/>
                  </a:lnTo>
                  <a:lnTo>
                    <a:pt x="4626769" y="2594352"/>
                  </a:lnTo>
                  <a:lnTo>
                    <a:pt x="4661297" y="2650859"/>
                  </a:lnTo>
                  <a:lnTo>
                    <a:pt x="4695825" y="2705911"/>
                  </a:lnTo>
                  <a:lnTo>
                    <a:pt x="4730353" y="2759424"/>
                  </a:lnTo>
                  <a:lnTo>
                    <a:pt x="4764881" y="2811314"/>
                  </a:lnTo>
                  <a:lnTo>
                    <a:pt x="4799409" y="2861504"/>
                  </a:lnTo>
                  <a:lnTo>
                    <a:pt x="4833938" y="2909914"/>
                  </a:lnTo>
                  <a:lnTo>
                    <a:pt x="4868466" y="2956470"/>
                  </a:lnTo>
                  <a:lnTo>
                    <a:pt x="4902994" y="3001102"/>
                  </a:lnTo>
                  <a:lnTo>
                    <a:pt x="4937522" y="3043739"/>
                  </a:lnTo>
                  <a:lnTo>
                    <a:pt x="4972050" y="3084317"/>
                  </a:lnTo>
                  <a:lnTo>
                    <a:pt x="5006578" y="3122772"/>
                  </a:lnTo>
                  <a:lnTo>
                    <a:pt x="5041106" y="3159046"/>
                  </a:lnTo>
                  <a:lnTo>
                    <a:pt x="5075634" y="3193083"/>
                  </a:lnTo>
                  <a:lnTo>
                    <a:pt x="5110162" y="3224829"/>
                  </a:lnTo>
                  <a:lnTo>
                    <a:pt x="5144691" y="3254237"/>
                  </a:lnTo>
                  <a:lnTo>
                    <a:pt x="5179219" y="3281262"/>
                  </a:lnTo>
                  <a:lnTo>
                    <a:pt x="5213747" y="3305860"/>
                  </a:lnTo>
                  <a:lnTo>
                    <a:pt x="5248275" y="3327994"/>
                  </a:lnTo>
                  <a:lnTo>
                    <a:pt x="5282803" y="3347632"/>
                  </a:lnTo>
                  <a:lnTo>
                    <a:pt x="5317331" y="3364741"/>
                  </a:lnTo>
                  <a:lnTo>
                    <a:pt x="5351859" y="3379297"/>
                  </a:lnTo>
                  <a:lnTo>
                    <a:pt x="5386388" y="3391275"/>
                  </a:lnTo>
                  <a:lnTo>
                    <a:pt x="5420916" y="3400658"/>
                  </a:lnTo>
                  <a:lnTo>
                    <a:pt x="5455444" y="3407433"/>
                  </a:lnTo>
                  <a:lnTo>
                    <a:pt x="5489972" y="3411586"/>
                  </a:lnTo>
                  <a:lnTo>
                    <a:pt x="5524500" y="3413114"/>
                  </a:lnTo>
                </a:path>
              </a:pathLst>
            </a:custGeom>
            <a:noFill/>
            <a:ln w="23812">
              <a:solidFill>
                <a:srgbClr val="C4B5FD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342900" y="1749427"/>
              <a:ext cx="5524500" cy="3413123"/>
            </a:xfrm>
            <a:custGeom>
              <a:avLst/>
              <a:gdLst/>
              <a:ahLst/>
              <a:cxnLst/>
              <a:rect l="l" t="t" r="r" b="b"/>
              <a:pathLst>
                <a:path w="5524500" h="3413123">
                  <a:moveTo>
                    <a:pt x="0" y="3413123"/>
                  </a:moveTo>
                  <a:lnTo>
                    <a:pt x="34528" y="3407867"/>
                  </a:lnTo>
                  <a:lnTo>
                    <a:pt x="69056" y="3392133"/>
                  </a:lnTo>
                  <a:lnTo>
                    <a:pt x="103584" y="3366018"/>
                  </a:lnTo>
                  <a:lnTo>
                    <a:pt x="138112" y="3329682"/>
                  </a:lnTo>
                  <a:lnTo>
                    <a:pt x="172641" y="3283348"/>
                  </a:lnTo>
                  <a:lnTo>
                    <a:pt x="207169" y="3227303"/>
                  </a:lnTo>
                  <a:lnTo>
                    <a:pt x="241697" y="3161892"/>
                  </a:lnTo>
                  <a:lnTo>
                    <a:pt x="276225" y="3087517"/>
                  </a:lnTo>
                  <a:lnTo>
                    <a:pt x="310753" y="3004637"/>
                  </a:lnTo>
                  <a:lnTo>
                    <a:pt x="345281" y="2913762"/>
                  </a:lnTo>
                  <a:lnTo>
                    <a:pt x="379809" y="2815452"/>
                  </a:lnTo>
                  <a:lnTo>
                    <a:pt x="414338" y="2710312"/>
                  </a:lnTo>
                  <a:lnTo>
                    <a:pt x="448866" y="2598990"/>
                  </a:lnTo>
                  <a:lnTo>
                    <a:pt x="483394" y="2482171"/>
                  </a:lnTo>
                  <a:lnTo>
                    <a:pt x="517922" y="2360575"/>
                  </a:lnTo>
                  <a:lnTo>
                    <a:pt x="552450" y="2234951"/>
                  </a:lnTo>
                  <a:lnTo>
                    <a:pt x="586978" y="2106073"/>
                  </a:lnTo>
                  <a:lnTo>
                    <a:pt x="621506" y="1974733"/>
                  </a:lnTo>
                  <a:lnTo>
                    <a:pt x="656034" y="1841743"/>
                  </a:lnTo>
                  <a:lnTo>
                    <a:pt x="690562" y="1707919"/>
                  </a:lnTo>
                  <a:lnTo>
                    <a:pt x="725091" y="1574087"/>
                  </a:lnTo>
                  <a:lnTo>
                    <a:pt x="759619" y="1441072"/>
                  </a:lnTo>
                  <a:lnTo>
                    <a:pt x="794147" y="1309691"/>
                  </a:lnTo>
                  <a:lnTo>
                    <a:pt x="828675" y="1180754"/>
                  </a:lnTo>
                  <a:lnTo>
                    <a:pt x="863203" y="1055057"/>
                  </a:lnTo>
                  <a:lnTo>
                    <a:pt x="897731" y="933372"/>
                  </a:lnTo>
                  <a:lnTo>
                    <a:pt x="932259" y="816449"/>
                  </a:lnTo>
                  <a:lnTo>
                    <a:pt x="966788" y="705008"/>
                  </a:lnTo>
                  <a:lnTo>
                    <a:pt x="1001316" y="599736"/>
                  </a:lnTo>
                  <a:lnTo>
                    <a:pt x="1035844" y="501281"/>
                  </a:lnTo>
                  <a:lnTo>
                    <a:pt x="1070372" y="410249"/>
                  </a:lnTo>
                  <a:lnTo>
                    <a:pt x="1104900" y="327202"/>
                  </a:lnTo>
                  <a:lnTo>
                    <a:pt x="1139428" y="252650"/>
                  </a:lnTo>
                  <a:lnTo>
                    <a:pt x="1173956" y="187052"/>
                  </a:lnTo>
                  <a:lnTo>
                    <a:pt x="1208484" y="130813"/>
                  </a:lnTo>
                  <a:lnTo>
                    <a:pt x="1243012" y="84280"/>
                  </a:lnTo>
                  <a:lnTo>
                    <a:pt x="1277541" y="47739"/>
                  </a:lnTo>
                  <a:lnTo>
                    <a:pt x="1312069" y="21414"/>
                  </a:lnTo>
                  <a:lnTo>
                    <a:pt x="1346597" y="5468"/>
                  </a:lnTo>
                  <a:lnTo>
                    <a:pt x="1381125" y="0"/>
                  </a:lnTo>
                  <a:lnTo>
                    <a:pt x="1415653" y="5043"/>
                  </a:lnTo>
                  <a:lnTo>
                    <a:pt x="1450181" y="20564"/>
                  </a:lnTo>
                  <a:lnTo>
                    <a:pt x="1484709" y="46471"/>
                  </a:lnTo>
                  <a:lnTo>
                    <a:pt x="1519238" y="82602"/>
                  </a:lnTo>
                  <a:lnTo>
                    <a:pt x="1553766" y="128734"/>
                  </a:lnTo>
                  <a:lnTo>
                    <a:pt x="1588294" y="184586"/>
                  </a:lnTo>
                  <a:lnTo>
                    <a:pt x="1622822" y="249810"/>
                  </a:lnTo>
                  <a:lnTo>
                    <a:pt x="1657350" y="324008"/>
                  </a:lnTo>
                  <a:lnTo>
                    <a:pt x="1691878" y="406720"/>
                  </a:lnTo>
                  <a:lnTo>
                    <a:pt x="1726406" y="497438"/>
                  </a:lnTo>
                  <a:lnTo>
                    <a:pt x="1760934" y="595604"/>
                  </a:lnTo>
                  <a:lnTo>
                    <a:pt x="1795462" y="700611"/>
                  </a:lnTo>
                  <a:lnTo>
                    <a:pt x="1829991" y="811815"/>
                  </a:lnTo>
                  <a:lnTo>
                    <a:pt x="1864519" y="928529"/>
                  </a:lnTo>
                  <a:lnTo>
                    <a:pt x="1899047" y="1050036"/>
                  </a:lnTo>
                  <a:lnTo>
                    <a:pt x="1933575" y="1175586"/>
                  </a:lnTo>
                  <a:lnTo>
                    <a:pt x="1968103" y="1304406"/>
                  </a:lnTo>
                  <a:lnTo>
                    <a:pt x="2002631" y="1435703"/>
                  </a:lnTo>
                  <a:lnTo>
                    <a:pt x="2037159" y="1568668"/>
                  </a:lnTo>
                  <a:lnTo>
                    <a:pt x="2071688" y="1702483"/>
                  </a:lnTo>
                  <a:lnTo>
                    <a:pt x="2106216" y="1836323"/>
                  </a:lnTo>
                  <a:lnTo>
                    <a:pt x="2140744" y="1969363"/>
                  </a:lnTo>
                  <a:lnTo>
                    <a:pt x="2175272" y="2100785"/>
                  </a:lnTo>
                  <a:lnTo>
                    <a:pt x="2209800" y="2229780"/>
                  </a:lnTo>
                  <a:lnTo>
                    <a:pt x="2244328" y="2355551"/>
                  </a:lnTo>
                  <a:lnTo>
                    <a:pt x="2278856" y="2477325"/>
                  </a:lnTo>
                  <a:lnTo>
                    <a:pt x="2313384" y="2594352"/>
                  </a:lnTo>
                  <a:lnTo>
                    <a:pt x="2347912" y="2705911"/>
                  </a:lnTo>
                  <a:lnTo>
                    <a:pt x="2382441" y="2811314"/>
                  </a:lnTo>
                  <a:lnTo>
                    <a:pt x="2416969" y="2909914"/>
                  </a:lnTo>
                  <a:lnTo>
                    <a:pt x="2451497" y="3001102"/>
                  </a:lnTo>
                  <a:lnTo>
                    <a:pt x="2486025" y="3084317"/>
                  </a:lnTo>
                  <a:lnTo>
                    <a:pt x="2520553" y="3159046"/>
                  </a:lnTo>
                  <a:lnTo>
                    <a:pt x="2555081" y="3224829"/>
                  </a:lnTo>
                  <a:lnTo>
                    <a:pt x="2589609" y="3281262"/>
                  </a:lnTo>
                  <a:lnTo>
                    <a:pt x="2624138" y="3327994"/>
                  </a:lnTo>
                  <a:lnTo>
                    <a:pt x="2658666" y="3364741"/>
                  </a:lnTo>
                  <a:lnTo>
                    <a:pt x="2693194" y="3391275"/>
                  </a:lnTo>
                  <a:lnTo>
                    <a:pt x="2727722" y="3407433"/>
                  </a:lnTo>
                  <a:lnTo>
                    <a:pt x="2762250" y="3413114"/>
                  </a:lnTo>
                  <a:lnTo>
                    <a:pt x="2796778" y="3408285"/>
                  </a:lnTo>
                  <a:lnTo>
                    <a:pt x="2831306" y="3392975"/>
                  </a:lnTo>
                  <a:lnTo>
                    <a:pt x="2865834" y="3367278"/>
                  </a:lnTo>
                  <a:lnTo>
                    <a:pt x="2900362" y="3331353"/>
                  </a:lnTo>
                  <a:lnTo>
                    <a:pt x="2934891" y="3285419"/>
                  </a:lnTo>
                  <a:lnTo>
                    <a:pt x="2969419" y="3229763"/>
                  </a:lnTo>
                  <a:lnTo>
                    <a:pt x="3003947" y="3164724"/>
                  </a:lnTo>
                  <a:lnTo>
                    <a:pt x="3038475" y="3090704"/>
                  </a:lnTo>
                  <a:lnTo>
                    <a:pt x="3073003" y="3008160"/>
                  </a:lnTo>
                  <a:lnTo>
                    <a:pt x="3107531" y="2917599"/>
                  </a:lnTo>
                  <a:lnTo>
                    <a:pt x="3142059" y="2819578"/>
                  </a:lnTo>
                  <a:lnTo>
                    <a:pt x="3176588" y="2714703"/>
                  </a:lnTo>
                  <a:lnTo>
                    <a:pt x="3211116" y="2603619"/>
                  </a:lnTo>
                  <a:lnTo>
                    <a:pt x="3245644" y="2487009"/>
                  </a:lnTo>
                  <a:lnTo>
                    <a:pt x="3280172" y="2365593"/>
                  </a:lnTo>
                  <a:lnTo>
                    <a:pt x="3314700" y="2240117"/>
                  </a:lnTo>
                  <a:lnTo>
                    <a:pt x="3349228" y="2111355"/>
                  </a:lnTo>
                  <a:lnTo>
                    <a:pt x="3383756" y="1980101"/>
                  </a:lnTo>
                  <a:lnTo>
                    <a:pt x="3418284" y="1847160"/>
                  </a:lnTo>
                  <a:lnTo>
                    <a:pt x="3452812" y="1713355"/>
                  </a:lnTo>
                  <a:lnTo>
                    <a:pt x="3487341" y="1579508"/>
                  </a:lnTo>
                  <a:lnTo>
                    <a:pt x="3521869" y="1446443"/>
                  </a:lnTo>
                  <a:lnTo>
                    <a:pt x="3556397" y="1314980"/>
                  </a:lnTo>
                  <a:lnTo>
                    <a:pt x="3590925" y="1185929"/>
                  </a:lnTo>
                  <a:lnTo>
                    <a:pt x="3625453" y="1060084"/>
                  </a:lnTo>
                  <a:lnTo>
                    <a:pt x="3659981" y="938222"/>
                  </a:lnTo>
                  <a:lnTo>
                    <a:pt x="3694509" y="821091"/>
                  </a:lnTo>
                  <a:lnTo>
                    <a:pt x="3729038" y="709414"/>
                  </a:lnTo>
                  <a:lnTo>
                    <a:pt x="3763566" y="603879"/>
                  </a:lnTo>
                  <a:lnTo>
                    <a:pt x="3798094" y="505136"/>
                  </a:lnTo>
                  <a:lnTo>
                    <a:pt x="3832622" y="413791"/>
                  </a:lnTo>
                  <a:lnTo>
                    <a:pt x="3867150" y="330409"/>
                  </a:lnTo>
                  <a:lnTo>
                    <a:pt x="3901678" y="255503"/>
                  </a:lnTo>
                  <a:lnTo>
                    <a:pt x="3936206" y="189534"/>
                  </a:lnTo>
                  <a:lnTo>
                    <a:pt x="3970734" y="132909"/>
                  </a:lnTo>
                  <a:lnTo>
                    <a:pt x="4005262" y="85976"/>
                  </a:lnTo>
                  <a:lnTo>
                    <a:pt x="4039791" y="49024"/>
                  </a:lnTo>
                  <a:lnTo>
                    <a:pt x="4074319" y="22281"/>
                  </a:lnTo>
                  <a:lnTo>
                    <a:pt x="4108847" y="5912"/>
                  </a:lnTo>
                  <a:lnTo>
                    <a:pt x="4143375" y="17"/>
                  </a:lnTo>
                  <a:lnTo>
                    <a:pt x="4177903" y="4633"/>
                  </a:lnTo>
                  <a:lnTo>
                    <a:pt x="4212431" y="19731"/>
                  </a:lnTo>
                  <a:lnTo>
                    <a:pt x="4246959" y="45219"/>
                  </a:lnTo>
                  <a:lnTo>
                    <a:pt x="4281488" y="80939"/>
                  </a:lnTo>
                  <a:lnTo>
                    <a:pt x="4316016" y="126671"/>
                  </a:lnTo>
                  <a:lnTo>
                    <a:pt x="4350544" y="182134"/>
                  </a:lnTo>
                  <a:lnTo>
                    <a:pt x="4385072" y="246986"/>
                  </a:lnTo>
                  <a:lnTo>
                    <a:pt x="4419600" y="320828"/>
                  </a:lnTo>
                  <a:lnTo>
                    <a:pt x="4454128" y="403205"/>
                  </a:lnTo>
                  <a:lnTo>
                    <a:pt x="4488656" y="493608"/>
                  </a:lnTo>
                  <a:lnTo>
                    <a:pt x="4523184" y="591483"/>
                  </a:lnTo>
                  <a:lnTo>
                    <a:pt x="4557712" y="696226"/>
                  </a:lnTo>
                  <a:lnTo>
                    <a:pt x="4592241" y="807190"/>
                  </a:lnTo>
                  <a:lnTo>
                    <a:pt x="4626769" y="923695"/>
                  </a:lnTo>
                  <a:lnTo>
                    <a:pt x="4661297" y="1045022"/>
                  </a:lnTo>
                  <a:lnTo>
                    <a:pt x="4695825" y="1170422"/>
                  </a:lnTo>
                  <a:lnTo>
                    <a:pt x="4730353" y="1299125"/>
                  </a:lnTo>
                  <a:lnTo>
                    <a:pt x="4764881" y="1430338"/>
                  </a:lnTo>
                  <a:lnTo>
                    <a:pt x="4799409" y="1563252"/>
                  </a:lnTo>
                  <a:lnTo>
                    <a:pt x="4833938" y="1697047"/>
                  </a:lnTo>
                  <a:lnTo>
                    <a:pt x="4868466" y="1830902"/>
                  </a:lnTo>
                  <a:lnTo>
                    <a:pt x="4902994" y="1963991"/>
                  </a:lnTo>
                  <a:lnTo>
                    <a:pt x="4937522" y="2095494"/>
                  </a:lnTo>
                  <a:lnTo>
                    <a:pt x="4972050" y="2224603"/>
                  </a:lnTo>
                  <a:lnTo>
                    <a:pt x="5006578" y="2350520"/>
                  </a:lnTo>
                  <a:lnTo>
                    <a:pt x="5041106" y="2472471"/>
                  </a:lnTo>
                  <a:lnTo>
                    <a:pt x="5075634" y="2589705"/>
                  </a:lnTo>
                  <a:lnTo>
                    <a:pt x="5110162" y="2701500"/>
                  </a:lnTo>
                  <a:lnTo>
                    <a:pt x="5144691" y="2807166"/>
                  </a:lnTo>
                  <a:lnTo>
                    <a:pt x="5179219" y="2906054"/>
                  </a:lnTo>
                  <a:lnTo>
                    <a:pt x="5213747" y="2997554"/>
                  </a:lnTo>
                  <a:lnTo>
                    <a:pt x="5248275" y="3081102"/>
                  </a:lnTo>
                  <a:lnTo>
                    <a:pt x="5282803" y="3156185"/>
                  </a:lnTo>
                  <a:lnTo>
                    <a:pt x="5317331" y="3222340"/>
                  </a:lnTo>
                  <a:lnTo>
                    <a:pt x="5351859" y="3279158"/>
                  </a:lnTo>
                  <a:lnTo>
                    <a:pt x="5386388" y="3326291"/>
                  </a:lnTo>
                  <a:lnTo>
                    <a:pt x="5420916" y="3363447"/>
                  </a:lnTo>
                  <a:lnTo>
                    <a:pt x="5455444" y="3390399"/>
                  </a:lnTo>
                  <a:lnTo>
                    <a:pt x="5489972" y="3406980"/>
                  </a:lnTo>
                  <a:lnTo>
                    <a:pt x="5524500" y="3413088"/>
                  </a:lnTo>
                </a:path>
              </a:pathLst>
            </a:custGeom>
            <a:noFill/>
            <a:ln w="19050">
              <a:solidFill>
                <a:srgbClr val="F9A8D4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342900" y="5257800"/>
            <a:ext cx="55245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125" dirty="0">
                <a:solidFill>
                  <a:srgbClr val="C4B5FD">
                    <a:alpha val="60000"/>
                  </a:srgbClr>
                </a:solidFill>
                <a:latin typeface="Segoe UI"/>
                <a:ea typeface="Microsoft YaHei"/>
                <a:cs typeface="Segoe UI"/>
              </a:rPr>
              <a:t>Particle in a box — quantum number n = 1, 2</a:t>
            </a:r>
          </a:p>
        </p:txBody>
      </p:sp>
      <p:grpSp>
        <p:nvGrpSpPr>
          <p:cNvPr id="32" name="prob-graph-gaussian"/>
          <p:cNvGrpSpPr/>
          <p:nvPr/>
        </p:nvGrpSpPr>
        <p:grpSpPr>
          <a:xfrm>
            <a:off x="6324600" y="1066800"/>
            <a:ext cx="5534025" cy="4105275"/>
            <a:chOff x="6324600" y="1066800"/>
            <a:chExt cx="5534025" cy="4105275"/>
          </a:xfrm>
        </p:grpSpPr>
        <p:sp>
          <p:nvSpPr>
            <p:cNvPr id="17" name="Rectangle 17"/>
            <p:cNvSpPr/>
            <p:nvPr/>
          </p:nvSpPr>
          <p:spPr>
            <a:xfrm>
              <a:off x="6324600" y="1066800"/>
              <a:ext cx="5524500" cy="4095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32460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15162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705725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396288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08685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9777412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467975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1158538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84910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324600" y="51625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324600" y="1749425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7144">
              <a:solidFill>
                <a:srgbClr val="E2E8F0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6324600" y="51625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64748B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086850" y="106680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14288">
              <a:solidFill>
                <a:srgbClr val="64748B"/>
              </a:solidFill>
            </a:ln>
          </p:spPr>
        </p:sp>
        <p:sp>
          <p:nvSpPr>
            <p:cNvPr id="31" name="Polyline 31"/>
            <p:cNvSpPr/>
            <p:nvPr/>
          </p:nvSpPr>
          <p:spPr>
            <a:xfrm>
              <a:off x="6324600" y="1749425"/>
              <a:ext cx="5524500" cy="3411980"/>
            </a:xfrm>
            <a:custGeom>
              <a:avLst/>
              <a:gdLst/>
              <a:ahLst/>
              <a:cxnLst/>
              <a:rect l="l" t="t" r="r" b="b"/>
              <a:pathLst>
                <a:path w="5524500" h="3411980">
                  <a:moveTo>
                    <a:pt x="0" y="3411980"/>
                  </a:moveTo>
                  <a:lnTo>
                    <a:pt x="34528" y="3411728"/>
                  </a:lnTo>
                  <a:lnTo>
                    <a:pt x="69056" y="3411425"/>
                  </a:lnTo>
                  <a:lnTo>
                    <a:pt x="103584" y="3411062"/>
                  </a:lnTo>
                  <a:lnTo>
                    <a:pt x="138112" y="3410627"/>
                  </a:lnTo>
                  <a:lnTo>
                    <a:pt x="172641" y="3410108"/>
                  </a:lnTo>
                  <a:lnTo>
                    <a:pt x="207169" y="3409491"/>
                  </a:lnTo>
                  <a:lnTo>
                    <a:pt x="241697" y="3408757"/>
                  </a:lnTo>
                  <a:lnTo>
                    <a:pt x="276225" y="3407890"/>
                  </a:lnTo>
                  <a:lnTo>
                    <a:pt x="310753" y="3406865"/>
                  </a:lnTo>
                  <a:lnTo>
                    <a:pt x="345281" y="3405658"/>
                  </a:lnTo>
                  <a:lnTo>
                    <a:pt x="379809" y="3404242"/>
                  </a:lnTo>
                  <a:lnTo>
                    <a:pt x="414338" y="3402582"/>
                  </a:lnTo>
                  <a:lnTo>
                    <a:pt x="448866" y="3400645"/>
                  </a:lnTo>
                  <a:lnTo>
                    <a:pt x="483394" y="3398388"/>
                  </a:lnTo>
                  <a:lnTo>
                    <a:pt x="517922" y="3395765"/>
                  </a:lnTo>
                  <a:lnTo>
                    <a:pt x="552450" y="3392728"/>
                  </a:lnTo>
                  <a:lnTo>
                    <a:pt x="586978" y="3389219"/>
                  </a:lnTo>
                  <a:lnTo>
                    <a:pt x="621506" y="3385175"/>
                  </a:lnTo>
                  <a:lnTo>
                    <a:pt x="656034" y="3380530"/>
                  </a:lnTo>
                  <a:lnTo>
                    <a:pt x="690562" y="3375209"/>
                  </a:lnTo>
                  <a:lnTo>
                    <a:pt x="725091" y="3369127"/>
                  </a:lnTo>
                  <a:lnTo>
                    <a:pt x="759619" y="3362198"/>
                  </a:lnTo>
                  <a:lnTo>
                    <a:pt x="794147" y="3354325"/>
                  </a:lnTo>
                  <a:lnTo>
                    <a:pt x="828675" y="3345405"/>
                  </a:lnTo>
                  <a:lnTo>
                    <a:pt x="863203" y="3335325"/>
                  </a:lnTo>
                  <a:lnTo>
                    <a:pt x="897731" y="3323969"/>
                  </a:lnTo>
                  <a:lnTo>
                    <a:pt x="932259" y="3311210"/>
                  </a:lnTo>
                  <a:lnTo>
                    <a:pt x="966788" y="3296917"/>
                  </a:lnTo>
                  <a:lnTo>
                    <a:pt x="1001316" y="3280949"/>
                  </a:lnTo>
                  <a:lnTo>
                    <a:pt x="1035844" y="3263162"/>
                  </a:lnTo>
                  <a:lnTo>
                    <a:pt x="1070372" y="3243407"/>
                  </a:lnTo>
                  <a:lnTo>
                    <a:pt x="1104900" y="3221529"/>
                  </a:lnTo>
                  <a:lnTo>
                    <a:pt x="1139428" y="3197372"/>
                  </a:lnTo>
                  <a:lnTo>
                    <a:pt x="1173956" y="3170774"/>
                  </a:lnTo>
                  <a:lnTo>
                    <a:pt x="1208484" y="3141578"/>
                  </a:lnTo>
                  <a:lnTo>
                    <a:pt x="1243012" y="3109624"/>
                  </a:lnTo>
                  <a:lnTo>
                    <a:pt x="1277541" y="3074757"/>
                  </a:lnTo>
                  <a:lnTo>
                    <a:pt x="1312069" y="3036826"/>
                  </a:lnTo>
                  <a:lnTo>
                    <a:pt x="1346597" y="2995688"/>
                  </a:lnTo>
                  <a:lnTo>
                    <a:pt x="1381125" y="2951209"/>
                  </a:lnTo>
                  <a:lnTo>
                    <a:pt x="1415653" y="2903266"/>
                  </a:lnTo>
                  <a:lnTo>
                    <a:pt x="1450181" y="2851753"/>
                  </a:lnTo>
                  <a:lnTo>
                    <a:pt x="1484709" y="2796578"/>
                  </a:lnTo>
                  <a:lnTo>
                    <a:pt x="1519238" y="2737672"/>
                  </a:lnTo>
                  <a:lnTo>
                    <a:pt x="1553766" y="2674985"/>
                  </a:lnTo>
                  <a:lnTo>
                    <a:pt x="1588294" y="2608494"/>
                  </a:lnTo>
                  <a:lnTo>
                    <a:pt x="1622822" y="2538204"/>
                  </a:lnTo>
                  <a:lnTo>
                    <a:pt x="1657350" y="2464149"/>
                  </a:lnTo>
                  <a:lnTo>
                    <a:pt x="1691878" y="2386395"/>
                  </a:lnTo>
                  <a:lnTo>
                    <a:pt x="1726406" y="2305045"/>
                  </a:lnTo>
                  <a:lnTo>
                    <a:pt x="1760934" y="2220236"/>
                  </a:lnTo>
                  <a:lnTo>
                    <a:pt x="1795462" y="2132141"/>
                  </a:lnTo>
                  <a:lnTo>
                    <a:pt x="1829991" y="2040975"/>
                  </a:lnTo>
                  <a:lnTo>
                    <a:pt x="1864519" y="1946992"/>
                  </a:lnTo>
                  <a:lnTo>
                    <a:pt x="1899047" y="1850482"/>
                  </a:lnTo>
                  <a:lnTo>
                    <a:pt x="1933575" y="1751778"/>
                  </a:lnTo>
                  <a:lnTo>
                    <a:pt x="1968103" y="1651250"/>
                  </a:lnTo>
                  <a:lnTo>
                    <a:pt x="2002631" y="1549304"/>
                  </a:lnTo>
                  <a:lnTo>
                    <a:pt x="2037159" y="1446383"/>
                  </a:lnTo>
                  <a:lnTo>
                    <a:pt x="2071688" y="1342959"/>
                  </a:lnTo>
                  <a:lnTo>
                    <a:pt x="2106216" y="1239539"/>
                  </a:lnTo>
                  <a:lnTo>
                    <a:pt x="2140744" y="1136650"/>
                  </a:lnTo>
                  <a:lnTo>
                    <a:pt x="2175272" y="1034843"/>
                  </a:lnTo>
                  <a:lnTo>
                    <a:pt x="2209800" y="934687"/>
                  </a:lnTo>
                  <a:lnTo>
                    <a:pt x="2244328" y="836763"/>
                  </a:lnTo>
                  <a:lnTo>
                    <a:pt x="2278856" y="741657"/>
                  </a:lnTo>
                  <a:lnTo>
                    <a:pt x="2313384" y="649956"/>
                  </a:lnTo>
                  <a:lnTo>
                    <a:pt x="2347912" y="562243"/>
                  </a:lnTo>
                  <a:lnTo>
                    <a:pt x="2382441" y="479090"/>
                  </a:lnTo>
                  <a:lnTo>
                    <a:pt x="2416969" y="401052"/>
                  </a:lnTo>
                  <a:lnTo>
                    <a:pt x="2451497" y="328659"/>
                  </a:lnTo>
                  <a:lnTo>
                    <a:pt x="2486025" y="262413"/>
                  </a:lnTo>
                  <a:lnTo>
                    <a:pt x="2520553" y="202780"/>
                  </a:lnTo>
                  <a:lnTo>
                    <a:pt x="2555081" y="150185"/>
                  </a:lnTo>
                  <a:lnTo>
                    <a:pt x="2589609" y="105010"/>
                  </a:lnTo>
                  <a:lnTo>
                    <a:pt x="2624138" y="67584"/>
                  </a:lnTo>
                  <a:lnTo>
                    <a:pt x="2658666" y="38182"/>
                  </a:lnTo>
                  <a:lnTo>
                    <a:pt x="2693194" y="17023"/>
                  </a:lnTo>
                  <a:lnTo>
                    <a:pt x="2727722" y="4263"/>
                  </a:lnTo>
                  <a:lnTo>
                    <a:pt x="2762250" y="0"/>
                  </a:lnTo>
                  <a:lnTo>
                    <a:pt x="2796778" y="4263"/>
                  </a:lnTo>
                  <a:lnTo>
                    <a:pt x="2831306" y="17023"/>
                  </a:lnTo>
                  <a:lnTo>
                    <a:pt x="2865834" y="38182"/>
                  </a:lnTo>
                  <a:lnTo>
                    <a:pt x="2900362" y="67584"/>
                  </a:lnTo>
                  <a:lnTo>
                    <a:pt x="2934891" y="105010"/>
                  </a:lnTo>
                  <a:lnTo>
                    <a:pt x="2969419" y="150185"/>
                  </a:lnTo>
                  <a:lnTo>
                    <a:pt x="3003947" y="202780"/>
                  </a:lnTo>
                  <a:lnTo>
                    <a:pt x="3038475" y="262413"/>
                  </a:lnTo>
                  <a:lnTo>
                    <a:pt x="3073003" y="328659"/>
                  </a:lnTo>
                  <a:lnTo>
                    <a:pt x="3107531" y="401052"/>
                  </a:lnTo>
                  <a:lnTo>
                    <a:pt x="3142059" y="479090"/>
                  </a:lnTo>
                  <a:lnTo>
                    <a:pt x="3176588" y="562243"/>
                  </a:lnTo>
                  <a:lnTo>
                    <a:pt x="3211116" y="649956"/>
                  </a:lnTo>
                  <a:lnTo>
                    <a:pt x="3245644" y="741657"/>
                  </a:lnTo>
                  <a:lnTo>
                    <a:pt x="3280172" y="836763"/>
                  </a:lnTo>
                  <a:lnTo>
                    <a:pt x="3314700" y="934687"/>
                  </a:lnTo>
                  <a:lnTo>
                    <a:pt x="3349228" y="1034843"/>
                  </a:lnTo>
                  <a:lnTo>
                    <a:pt x="3383756" y="1136650"/>
                  </a:lnTo>
                  <a:lnTo>
                    <a:pt x="3418284" y="1239539"/>
                  </a:lnTo>
                  <a:lnTo>
                    <a:pt x="3452812" y="1342959"/>
                  </a:lnTo>
                  <a:lnTo>
                    <a:pt x="3487341" y="1446383"/>
                  </a:lnTo>
                  <a:lnTo>
                    <a:pt x="3521869" y="1549304"/>
                  </a:lnTo>
                  <a:lnTo>
                    <a:pt x="3556397" y="1651250"/>
                  </a:lnTo>
                  <a:lnTo>
                    <a:pt x="3590925" y="1751778"/>
                  </a:lnTo>
                  <a:lnTo>
                    <a:pt x="3625453" y="1850482"/>
                  </a:lnTo>
                  <a:lnTo>
                    <a:pt x="3659981" y="1946992"/>
                  </a:lnTo>
                  <a:lnTo>
                    <a:pt x="3694509" y="2040975"/>
                  </a:lnTo>
                  <a:lnTo>
                    <a:pt x="3729038" y="2132141"/>
                  </a:lnTo>
                  <a:lnTo>
                    <a:pt x="3763566" y="2220236"/>
                  </a:lnTo>
                  <a:lnTo>
                    <a:pt x="3798094" y="2305045"/>
                  </a:lnTo>
                  <a:lnTo>
                    <a:pt x="3832622" y="2386395"/>
                  </a:lnTo>
                  <a:lnTo>
                    <a:pt x="3867150" y="2464149"/>
                  </a:lnTo>
                  <a:lnTo>
                    <a:pt x="3901678" y="2538204"/>
                  </a:lnTo>
                  <a:lnTo>
                    <a:pt x="3936206" y="2608494"/>
                  </a:lnTo>
                  <a:lnTo>
                    <a:pt x="3970734" y="2674985"/>
                  </a:lnTo>
                  <a:lnTo>
                    <a:pt x="4005262" y="2737672"/>
                  </a:lnTo>
                  <a:lnTo>
                    <a:pt x="4039791" y="2796578"/>
                  </a:lnTo>
                  <a:lnTo>
                    <a:pt x="4074319" y="2851753"/>
                  </a:lnTo>
                  <a:lnTo>
                    <a:pt x="4108847" y="2903266"/>
                  </a:lnTo>
                  <a:lnTo>
                    <a:pt x="4143375" y="2951209"/>
                  </a:lnTo>
                  <a:lnTo>
                    <a:pt x="4177903" y="2995688"/>
                  </a:lnTo>
                  <a:lnTo>
                    <a:pt x="4212431" y="3036826"/>
                  </a:lnTo>
                  <a:lnTo>
                    <a:pt x="4246959" y="3074757"/>
                  </a:lnTo>
                  <a:lnTo>
                    <a:pt x="4281488" y="3109624"/>
                  </a:lnTo>
                  <a:lnTo>
                    <a:pt x="4316016" y="3141578"/>
                  </a:lnTo>
                  <a:lnTo>
                    <a:pt x="4350544" y="3170774"/>
                  </a:lnTo>
                  <a:lnTo>
                    <a:pt x="4385072" y="3197372"/>
                  </a:lnTo>
                  <a:lnTo>
                    <a:pt x="4419600" y="3221529"/>
                  </a:lnTo>
                  <a:lnTo>
                    <a:pt x="4454128" y="3243407"/>
                  </a:lnTo>
                  <a:lnTo>
                    <a:pt x="4488656" y="3263162"/>
                  </a:lnTo>
                  <a:lnTo>
                    <a:pt x="4523184" y="3280949"/>
                  </a:lnTo>
                  <a:lnTo>
                    <a:pt x="4557712" y="3296917"/>
                  </a:lnTo>
                  <a:lnTo>
                    <a:pt x="4592241" y="3311210"/>
                  </a:lnTo>
                  <a:lnTo>
                    <a:pt x="4626769" y="3323969"/>
                  </a:lnTo>
                  <a:lnTo>
                    <a:pt x="4661297" y="3335325"/>
                  </a:lnTo>
                  <a:lnTo>
                    <a:pt x="4695825" y="3345405"/>
                  </a:lnTo>
                  <a:lnTo>
                    <a:pt x="4730353" y="3354325"/>
                  </a:lnTo>
                  <a:lnTo>
                    <a:pt x="4764881" y="3362198"/>
                  </a:lnTo>
                  <a:lnTo>
                    <a:pt x="4799409" y="3369127"/>
                  </a:lnTo>
                  <a:lnTo>
                    <a:pt x="4833938" y="3375209"/>
                  </a:lnTo>
                  <a:lnTo>
                    <a:pt x="4868466" y="3380530"/>
                  </a:lnTo>
                  <a:lnTo>
                    <a:pt x="4902994" y="3385175"/>
                  </a:lnTo>
                  <a:lnTo>
                    <a:pt x="4937522" y="3389219"/>
                  </a:lnTo>
                  <a:lnTo>
                    <a:pt x="4972050" y="3392728"/>
                  </a:lnTo>
                  <a:lnTo>
                    <a:pt x="5006578" y="3395765"/>
                  </a:lnTo>
                  <a:lnTo>
                    <a:pt x="5041106" y="3398388"/>
                  </a:lnTo>
                  <a:lnTo>
                    <a:pt x="5075634" y="3400645"/>
                  </a:lnTo>
                  <a:lnTo>
                    <a:pt x="5110162" y="3402582"/>
                  </a:lnTo>
                  <a:lnTo>
                    <a:pt x="5144691" y="3404242"/>
                  </a:lnTo>
                  <a:lnTo>
                    <a:pt x="5179219" y="3405658"/>
                  </a:lnTo>
                  <a:lnTo>
                    <a:pt x="5213747" y="3406865"/>
                  </a:lnTo>
                  <a:lnTo>
                    <a:pt x="5248275" y="3407890"/>
                  </a:lnTo>
                  <a:lnTo>
                    <a:pt x="5282803" y="3408757"/>
                  </a:lnTo>
                  <a:lnTo>
                    <a:pt x="5317331" y="3409491"/>
                  </a:lnTo>
                  <a:lnTo>
                    <a:pt x="5351859" y="3410108"/>
                  </a:lnTo>
                  <a:lnTo>
                    <a:pt x="5386388" y="3410627"/>
                  </a:lnTo>
                  <a:lnTo>
                    <a:pt x="5420916" y="3411062"/>
                  </a:lnTo>
                  <a:lnTo>
                    <a:pt x="5455444" y="3411425"/>
                  </a:lnTo>
                  <a:lnTo>
                    <a:pt x="5489972" y="3411728"/>
                  </a:lnTo>
                  <a:lnTo>
                    <a:pt x="5524500" y="3411980"/>
                  </a:lnTo>
                </a:path>
              </a:pathLst>
            </a:custGeom>
            <a:noFill/>
            <a:ln w="23812">
              <a:solidFill>
                <a:srgbClr val="FBBF24"/>
              </a:solidFill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6324600" y="5257800"/>
            <a:ext cx="55245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125" dirty="0">
                <a:solidFill>
                  <a:srgbClr val="FBBF24">
                    <a:alpha val="60000"/>
                  </a:srgbClr>
                </a:solidFill>
                <a:latin typeface="Segoe UI"/>
                <a:ea typeface="Microsoft YaHei"/>
                <a:cs typeface="Segoe UI"/>
              </a:rPr>
              <a:t>Gaussian wave packet — minimum uncertainty state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093339" y="5717762"/>
            <a:ext cx="353829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i="1" dirty="0">
                <a:solidFill>
                  <a:srgbClr val="F1F5F9">
                    <a:alpha val="85000"/>
                  </a:srgbClr>
                </a:solidFill>
                <a:latin typeface="Cambria Math"/>
                <a:ea typeface="Microsoft YaHei"/>
                <a:cs typeface="Cambria Math"/>
              </a:rPr>
              <a:t>P(a,b) = ∫ₐb |Ψ(x,t)|² dx</a:t>
            </a:r>
          </a:p>
        </p:txBody>
      </p:sp>
    </p:spTree>
  </p:cSld>
  <p:clrMapOvr>
    <a:masterClrMapping/>
  </p:clrMapOvr>
  <p:transition dur="5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361950"/>
            <a:ext cx="72390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Atomic Orbital Probability</a:t>
            </a:r>
          </a:p>
        </p:txBody>
      </p:sp>
      <p:grpSp>
        <p:nvGrpSpPr>
          <p:cNvPr id="1334" name="orbital-graph-3d"/>
          <p:cNvGrpSpPr/>
          <p:nvPr/>
        </p:nvGrpSpPr>
        <p:grpSpPr>
          <a:xfrm>
            <a:off x="1524000" y="405767"/>
            <a:ext cx="9144000" cy="7797220"/>
            <a:chOff x="1524000" y="405767"/>
            <a:chExt cx="9144000" cy="7797220"/>
          </a:xfrm>
        </p:grpSpPr>
        <p:sp>
          <p:nvSpPr>
            <p:cNvPr id="4" name="Rectangle 4"/>
            <p:cNvSpPr/>
            <p:nvPr/>
          </p:nvSpPr>
          <p:spPr>
            <a:xfrm>
              <a:off x="1524000" y="904875"/>
              <a:ext cx="9144000" cy="5286375"/>
            </a:xfrm>
            <a:prstGeom prst="rect">
              <a:avLst/>
            </a:prstGeom>
            <a:solidFill>
              <a:srgbClr val="0F172A">
                <a:alpha val="42000"/>
              </a:srgbClr>
            </a:solidFill>
            <a:ln w="9525">
              <a:solidFill>
                <a:srgbClr val="94A3B8">
                  <a:alpha val="25000"/>
                </a:srgbClr>
              </a:solidFill>
            </a:ln>
          </p:spPr>
        </p:sp>
        <p:sp>
          <p:nvSpPr>
            <p:cNvPr id="5" name="Polygon 5"/>
            <p:cNvSpPr/>
            <p:nvPr/>
          </p:nvSpPr>
          <p:spPr>
            <a:xfrm>
              <a:off x="4624180" y="168508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" name="Polygon 6"/>
            <p:cNvSpPr/>
            <p:nvPr/>
          </p:nvSpPr>
          <p:spPr>
            <a:xfrm>
              <a:off x="4768196" y="1720698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" name="Polygon 7"/>
            <p:cNvSpPr/>
            <p:nvPr/>
          </p:nvSpPr>
          <p:spPr>
            <a:xfrm>
              <a:off x="4912212" y="1756309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" name="Polygon 8"/>
            <p:cNvSpPr/>
            <p:nvPr/>
          </p:nvSpPr>
          <p:spPr>
            <a:xfrm>
              <a:off x="4558270" y="1762898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5056228" y="179192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4702286" y="179851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5200244" y="1827532"/>
              <a:ext cx="209926" cy="113426"/>
            </a:xfrm>
            <a:custGeom>
              <a:avLst/>
              <a:gdLst/>
              <a:ahLst/>
              <a:cxnLst/>
              <a:rect l="l" t="t" r="r" b="b"/>
              <a:pathLst>
                <a:path w="209926" h="113426">
                  <a:moveTo>
                    <a:pt x="209926" y="35612"/>
                  </a:moveTo>
                  <a:lnTo>
                    <a:pt x="144016" y="113426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4846302" y="1834121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492360" y="1840711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344260" y="1863144"/>
              <a:ext cx="209927" cy="113430"/>
            </a:xfrm>
            <a:custGeom>
              <a:avLst/>
              <a:gdLst/>
              <a:ahLst/>
              <a:cxnLst/>
              <a:rect l="l" t="t" r="r" b="b"/>
              <a:pathLst>
                <a:path w="209927" h="113430">
                  <a:moveTo>
                    <a:pt x="209927" y="35614"/>
                  </a:moveTo>
                  <a:lnTo>
                    <a:pt x="144017" y="113430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4990318" y="1869733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636376" y="1876322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5488277" y="1898758"/>
              <a:ext cx="209926" cy="113439"/>
            </a:xfrm>
            <a:custGeom>
              <a:avLst/>
              <a:gdLst/>
              <a:ahLst/>
              <a:cxnLst/>
              <a:rect l="l" t="t" r="r" b="b"/>
              <a:pathLst>
                <a:path w="209926" h="113439">
                  <a:moveTo>
                    <a:pt x="209926" y="35616"/>
                  </a:moveTo>
                  <a:lnTo>
                    <a:pt x="144016" y="113439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134334" y="1905344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4"/>
                  </a:moveTo>
                  <a:lnTo>
                    <a:pt x="144016" y="113428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780392" y="1911933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426449" y="1918523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1"/>
                  </a:moveTo>
                  <a:lnTo>
                    <a:pt x="144016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5632293" y="1934374"/>
              <a:ext cx="209926" cy="113454"/>
            </a:xfrm>
            <a:custGeom>
              <a:avLst/>
              <a:gdLst/>
              <a:ahLst/>
              <a:cxnLst/>
              <a:rect l="l" t="t" r="r" b="b"/>
              <a:pathLst>
                <a:path w="209926" h="113454">
                  <a:moveTo>
                    <a:pt x="209926" y="35621"/>
                  </a:moveTo>
                  <a:lnTo>
                    <a:pt x="144016" y="113454"/>
                  </a:lnTo>
                  <a:lnTo>
                    <a:pt x="0" y="778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5278350" y="1940958"/>
              <a:ext cx="209927" cy="113435"/>
            </a:xfrm>
            <a:custGeom>
              <a:avLst/>
              <a:gdLst/>
              <a:ahLst/>
              <a:cxnLst/>
              <a:rect l="l" t="t" r="r" b="b"/>
              <a:pathLst>
                <a:path w="209927" h="113435">
                  <a:moveTo>
                    <a:pt x="209927" y="35617"/>
                  </a:moveTo>
                  <a:lnTo>
                    <a:pt x="144017" y="113435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924408" y="1947544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2"/>
                  </a:moveTo>
                  <a:lnTo>
                    <a:pt x="144016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4570466" y="1954134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1"/>
                  </a:moveTo>
                  <a:lnTo>
                    <a:pt x="144016" y="113425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5776310" y="1969995"/>
              <a:ext cx="209926" cy="113473"/>
            </a:xfrm>
            <a:custGeom>
              <a:avLst/>
              <a:gdLst/>
              <a:ahLst/>
              <a:cxnLst/>
              <a:rect l="l" t="t" r="r" b="b"/>
              <a:pathLst>
                <a:path w="209926" h="113473">
                  <a:moveTo>
                    <a:pt x="209926" y="35624"/>
                  </a:moveTo>
                  <a:lnTo>
                    <a:pt x="144016" y="113473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22367" y="1976575"/>
              <a:ext cx="209926" cy="113450"/>
            </a:xfrm>
            <a:custGeom>
              <a:avLst/>
              <a:gdLst/>
              <a:ahLst/>
              <a:cxnLst/>
              <a:rect l="l" t="t" r="r" b="b"/>
              <a:pathLst>
                <a:path w="209926" h="113450">
                  <a:moveTo>
                    <a:pt x="209926" y="35623"/>
                  </a:moveTo>
                  <a:lnTo>
                    <a:pt x="144016" y="113450"/>
                  </a:lnTo>
                  <a:lnTo>
                    <a:pt x="0" y="778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5068424" y="1983156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5"/>
                  </a:moveTo>
                  <a:lnTo>
                    <a:pt x="144017" y="113428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714482" y="1989745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2"/>
                  </a:moveTo>
                  <a:lnTo>
                    <a:pt x="144016" y="113425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4360539" y="1996335"/>
              <a:ext cx="209926" cy="113427"/>
            </a:xfrm>
            <a:custGeom>
              <a:avLst/>
              <a:gdLst/>
              <a:ahLst/>
              <a:cxnLst/>
              <a:rect l="l" t="t" r="r" b="b"/>
              <a:pathLst>
                <a:path w="209926" h="113427">
                  <a:moveTo>
                    <a:pt x="209926" y="35612"/>
                  </a:moveTo>
                  <a:lnTo>
                    <a:pt x="144016" y="113427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5920326" y="2005618"/>
              <a:ext cx="209926" cy="113490"/>
            </a:xfrm>
            <a:custGeom>
              <a:avLst/>
              <a:gdLst/>
              <a:ahLst/>
              <a:cxnLst/>
              <a:rect l="l" t="t" r="r" b="b"/>
              <a:pathLst>
                <a:path w="209926" h="113490">
                  <a:moveTo>
                    <a:pt x="209926" y="35624"/>
                  </a:moveTo>
                  <a:lnTo>
                    <a:pt x="144016" y="113490"/>
                  </a:lnTo>
                  <a:lnTo>
                    <a:pt x="0" y="7785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566383" y="2012197"/>
              <a:ext cx="209926" cy="113474"/>
            </a:xfrm>
            <a:custGeom>
              <a:avLst/>
              <a:gdLst/>
              <a:ahLst/>
              <a:cxnLst/>
              <a:rect l="l" t="t" r="r" b="b"/>
              <a:pathLst>
                <a:path w="209926" h="113474">
                  <a:moveTo>
                    <a:pt x="209926" y="35631"/>
                  </a:moveTo>
                  <a:lnTo>
                    <a:pt x="144016" y="113474"/>
                  </a:lnTo>
                  <a:lnTo>
                    <a:pt x="0" y="778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5212441" y="2018771"/>
              <a:ext cx="209926" cy="113436"/>
            </a:xfrm>
            <a:custGeom>
              <a:avLst/>
              <a:gdLst/>
              <a:ahLst/>
              <a:cxnLst/>
              <a:rect l="l" t="t" r="r" b="b"/>
              <a:pathLst>
                <a:path w="209926" h="113436">
                  <a:moveTo>
                    <a:pt x="209926" y="35622"/>
                  </a:moveTo>
                  <a:lnTo>
                    <a:pt x="144016" y="113436"/>
                  </a:lnTo>
                  <a:lnTo>
                    <a:pt x="0" y="77814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4858498" y="2025357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4504555" y="2031947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1"/>
                  </a:moveTo>
                  <a:lnTo>
                    <a:pt x="144016" y="113428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6064342" y="2041243"/>
              <a:ext cx="209927" cy="113494"/>
            </a:xfrm>
            <a:custGeom>
              <a:avLst/>
              <a:gdLst/>
              <a:ahLst/>
              <a:cxnLst/>
              <a:rect l="l" t="t" r="r" b="b"/>
              <a:pathLst>
                <a:path w="209927" h="113494">
                  <a:moveTo>
                    <a:pt x="209927" y="35619"/>
                  </a:moveTo>
                  <a:lnTo>
                    <a:pt x="144017" y="113494"/>
                  </a:lnTo>
                  <a:lnTo>
                    <a:pt x="0" y="778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5710399" y="2047828"/>
              <a:ext cx="209926" cy="113504"/>
            </a:xfrm>
            <a:custGeom>
              <a:avLst/>
              <a:gdLst/>
              <a:ahLst/>
              <a:cxnLst/>
              <a:rect l="l" t="t" r="r" b="b"/>
              <a:pathLst>
                <a:path w="209926" h="113504">
                  <a:moveTo>
                    <a:pt x="209926" y="35640"/>
                  </a:moveTo>
                  <a:lnTo>
                    <a:pt x="144016" y="113504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5356457" y="2054393"/>
              <a:ext cx="209926" cy="113449"/>
            </a:xfrm>
            <a:custGeom>
              <a:avLst/>
              <a:gdLst/>
              <a:ahLst/>
              <a:cxnLst/>
              <a:rect l="l" t="t" r="r" b="b"/>
              <a:pathLst>
                <a:path w="209926" h="113449">
                  <a:moveTo>
                    <a:pt x="209926" y="35632"/>
                  </a:moveTo>
                  <a:lnTo>
                    <a:pt x="144016" y="113449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5002514" y="2060969"/>
              <a:ext cx="209927" cy="113422"/>
            </a:xfrm>
            <a:custGeom>
              <a:avLst/>
              <a:gdLst/>
              <a:ahLst/>
              <a:cxnLst/>
              <a:rect l="l" t="t" r="r" b="b"/>
              <a:pathLst>
                <a:path w="209927" h="113422">
                  <a:moveTo>
                    <a:pt x="209927" y="35616"/>
                  </a:moveTo>
                  <a:lnTo>
                    <a:pt x="144017" y="113422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4648571" y="2067558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1"/>
                  </a:moveTo>
                  <a:lnTo>
                    <a:pt x="144016" y="113428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4294629" y="2074149"/>
              <a:ext cx="209926" cy="113430"/>
            </a:xfrm>
            <a:custGeom>
              <a:avLst/>
              <a:gdLst/>
              <a:ahLst/>
              <a:cxnLst/>
              <a:rect l="l" t="t" r="r" b="b"/>
              <a:pathLst>
                <a:path w="209926" h="113430">
                  <a:moveTo>
                    <a:pt x="209926" y="35613"/>
                  </a:moveTo>
                  <a:lnTo>
                    <a:pt x="144016" y="113430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" name="Polygon 41"/>
            <p:cNvSpPr/>
            <p:nvPr/>
          </p:nvSpPr>
          <p:spPr>
            <a:xfrm>
              <a:off x="6208359" y="2076861"/>
              <a:ext cx="209926" cy="113471"/>
            </a:xfrm>
            <a:custGeom>
              <a:avLst/>
              <a:gdLst/>
              <a:ahLst/>
              <a:cxnLst/>
              <a:rect l="l" t="t" r="r" b="b"/>
              <a:pathLst>
                <a:path w="209926" h="113471">
                  <a:moveTo>
                    <a:pt x="209926" y="35605"/>
                  </a:moveTo>
                  <a:lnTo>
                    <a:pt x="144016" y="113471"/>
                  </a:lnTo>
                  <a:lnTo>
                    <a:pt x="0" y="778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5854416" y="2083468"/>
              <a:ext cx="209926" cy="113528"/>
            </a:xfrm>
            <a:custGeom>
              <a:avLst/>
              <a:gdLst/>
              <a:ahLst/>
              <a:cxnLst/>
              <a:rect l="l" t="t" r="r" b="b"/>
              <a:pathLst>
                <a:path w="209926" h="113528">
                  <a:moveTo>
                    <a:pt x="209926" y="35641"/>
                  </a:moveTo>
                  <a:lnTo>
                    <a:pt x="144016" y="113528"/>
                  </a:lnTo>
                  <a:lnTo>
                    <a:pt x="0" y="778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5500473" y="2090025"/>
              <a:ext cx="209926" cy="113469"/>
            </a:xfrm>
            <a:custGeom>
              <a:avLst/>
              <a:gdLst/>
              <a:ahLst/>
              <a:cxnLst/>
              <a:rect l="l" t="t" r="r" b="b"/>
              <a:pathLst>
                <a:path w="209926" h="113469">
                  <a:moveTo>
                    <a:pt x="209926" y="35646"/>
                  </a:moveTo>
                  <a:lnTo>
                    <a:pt x="144016" y="113469"/>
                  </a:lnTo>
                  <a:lnTo>
                    <a:pt x="0" y="778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" name="Polygon 44"/>
            <p:cNvSpPr/>
            <p:nvPr/>
          </p:nvSpPr>
          <p:spPr>
            <a:xfrm>
              <a:off x="5146531" y="2096585"/>
              <a:ext cx="209926" cy="113413"/>
            </a:xfrm>
            <a:custGeom>
              <a:avLst/>
              <a:gdLst/>
              <a:ahLst/>
              <a:cxnLst/>
              <a:rect l="l" t="t" r="r" b="b"/>
              <a:pathLst>
                <a:path w="209926" h="113413">
                  <a:moveTo>
                    <a:pt x="209926" y="35623"/>
                  </a:moveTo>
                  <a:lnTo>
                    <a:pt x="144016" y="113413"/>
                  </a:lnTo>
                  <a:lnTo>
                    <a:pt x="0" y="778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4792588" y="2103170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11"/>
                  </a:moveTo>
                  <a:lnTo>
                    <a:pt x="144016" y="113422"/>
                  </a:lnTo>
                  <a:lnTo>
                    <a:pt x="0" y="778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" name="Polygon 46"/>
            <p:cNvSpPr/>
            <p:nvPr/>
          </p:nvSpPr>
          <p:spPr>
            <a:xfrm>
              <a:off x="4438645" y="2109762"/>
              <a:ext cx="209926" cy="113435"/>
            </a:xfrm>
            <a:custGeom>
              <a:avLst/>
              <a:gdLst/>
              <a:ahLst/>
              <a:cxnLst/>
              <a:rect l="l" t="t" r="r" b="b"/>
              <a:pathLst>
                <a:path w="209926" h="113435">
                  <a:moveTo>
                    <a:pt x="209926" y="35613"/>
                  </a:moveTo>
                  <a:lnTo>
                    <a:pt x="144016" y="113435"/>
                  </a:lnTo>
                  <a:lnTo>
                    <a:pt x="0" y="778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6352375" y="2112467"/>
              <a:ext cx="209926" cy="113410"/>
            </a:xfrm>
            <a:custGeom>
              <a:avLst/>
              <a:gdLst/>
              <a:ahLst/>
              <a:cxnLst/>
              <a:rect l="l" t="t" r="r" b="b"/>
              <a:pathLst>
                <a:path w="209926" h="113410">
                  <a:moveTo>
                    <a:pt x="209926" y="35581"/>
                  </a:moveTo>
                  <a:lnTo>
                    <a:pt x="144016" y="113410"/>
                  </a:lnTo>
                  <a:lnTo>
                    <a:pt x="0" y="778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5998432" y="2119109"/>
              <a:ext cx="209927" cy="113529"/>
            </a:xfrm>
            <a:custGeom>
              <a:avLst/>
              <a:gdLst/>
              <a:ahLst/>
              <a:cxnLst/>
              <a:rect l="l" t="t" r="r" b="b"/>
              <a:pathLst>
                <a:path w="209927" h="113529">
                  <a:moveTo>
                    <a:pt x="209927" y="35628"/>
                  </a:moveTo>
                  <a:lnTo>
                    <a:pt x="144017" y="113529"/>
                  </a:lnTo>
                  <a:lnTo>
                    <a:pt x="0" y="7788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5644489" y="2125671"/>
              <a:ext cx="209926" cy="113491"/>
            </a:xfrm>
            <a:custGeom>
              <a:avLst/>
              <a:gdLst/>
              <a:ahLst/>
              <a:cxnLst/>
              <a:rect l="l" t="t" r="r" b="b"/>
              <a:pathLst>
                <a:path w="209926" h="113491">
                  <a:moveTo>
                    <a:pt x="209926" y="35661"/>
                  </a:moveTo>
                  <a:lnTo>
                    <a:pt x="144016" y="113491"/>
                  </a:lnTo>
                  <a:lnTo>
                    <a:pt x="0" y="778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5290547" y="2132207"/>
              <a:ext cx="209926" cy="113393"/>
            </a:xfrm>
            <a:custGeom>
              <a:avLst/>
              <a:gdLst/>
              <a:ahLst/>
              <a:cxnLst/>
              <a:rect l="l" t="t" r="r" b="b"/>
              <a:pathLst>
                <a:path w="209926" h="113393">
                  <a:moveTo>
                    <a:pt x="209926" y="35635"/>
                  </a:moveTo>
                  <a:lnTo>
                    <a:pt x="144016" y="113393"/>
                  </a:lnTo>
                  <a:lnTo>
                    <a:pt x="0" y="777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4936604" y="2138781"/>
              <a:ext cx="209927" cy="113397"/>
            </a:xfrm>
            <a:custGeom>
              <a:avLst/>
              <a:gdLst/>
              <a:ahLst/>
              <a:cxnLst/>
              <a:rect l="l" t="t" r="r" b="b"/>
              <a:pathLst>
                <a:path w="209927" h="113397">
                  <a:moveTo>
                    <a:pt x="209927" y="35610"/>
                  </a:moveTo>
                  <a:lnTo>
                    <a:pt x="144017" y="113397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4582661" y="2145375"/>
              <a:ext cx="209926" cy="113435"/>
            </a:xfrm>
            <a:custGeom>
              <a:avLst/>
              <a:gdLst/>
              <a:ahLst/>
              <a:cxnLst/>
              <a:rect l="l" t="t" r="r" b="b"/>
              <a:pathLst>
                <a:path w="209926" h="113435">
                  <a:moveTo>
                    <a:pt x="209926" y="35612"/>
                  </a:moveTo>
                  <a:lnTo>
                    <a:pt x="144016" y="113435"/>
                  </a:lnTo>
                  <a:lnTo>
                    <a:pt x="0" y="778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6496391" y="2148048"/>
              <a:ext cx="209926" cy="113314"/>
            </a:xfrm>
            <a:custGeom>
              <a:avLst/>
              <a:gdLst/>
              <a:ahLst/>
              <a:cxnLst/>
              <a:rect l="l" t="t" r="r" b="b"/>
              <a:pathLst>
                <a:path w="209926" h="113314">
                  <a:moveTo>
                    <a:pt x="209926" y="35555"/>
                  </a:moveTo>
                  <a:lnTo>
                    <a:pt x="144016" y="113314"/>
                  </a:lnTo>
                  <a:lnTo>
                    <a:pt x="0" y="7783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4228719" y="2151963"/>
              <a:ext cx="209926" cy="113440"/>
            </a:xfrm>
            <a:custGeom>
              <a:avLst/>
              <a:gdLst/>
              <a:ahLst/>
              <a:cxnLst/>
              <a:rect l="l" t="t" r="r" b="b"/>
              <a:pathLst>
                <a:path w="209926" h="113440">
                  <a:moveTo>
                    <a:pt x="209926" y="35616"/>
                  </a:moveTo>
                  <a:lnTo>
                    <a:pt x="144016" y="113440"/>
                  </a:lnTo>
                  <a:lnTo>
                    <a:pt x="0" y="778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" name="Polygon 55"/>
            <p:cNvSpPr/>
            <p:nvPr/>
          </p:nvSpPr>
          <p:spPr>
            <a:xfrm>
              <a:off x="6142449" y="2154737"/>
              <a:ext cx="209926" cy="113485"/>
            </a:xfrm>
            <a:custGeom>
              <a:avLst/>
              <a:gdLst/>
              <a:ahLst/>
              <a:cxnLst/>
              <a:rect l="l" t="t" r="r" b="b"/>
              <a:pathLst>
                <a:path w="209926" h="113485">
                  <a:moveTo>
                    <a:pt x="209926" y="35596"/>
                  </a:moveTo>
                  <a:lnTo>
                    <a:pt x="144016" y="113485"/>
                  </a:lnTo>
                  <a:lnTo>
                    <a:pt x="0" y="779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5788505" y="2161332"/>
              <a:ext cx="209926" cy="113503"/>
            </a:xfrm>
            <a:custGeom>
              <a:avLst/>
              <a:gdLst/>
              <a:ahLst/>
              <a:cxnLst/>
              <a:rect l="l" t="t" r="r" b="b"/>
              <a:pathLst>
                <a:path w="209926" h="113503">
                  <a:moveTo>
                    <a:pt x="209926" y="35664"/>
                  </a:moveTo>
                  <a:lnTo>
                    <a:pt x="144016" y="113503"/>
                  </a:lnTo>
                  <a:lnTo>
                    <a:pt x="0" y="778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5434563" y="2167842"/>
              <a:ext cx="209926" cy="113355"/>
            </a:xfrm>
            <a:custGeom>
              <a:avLst/>
              <a:gdLst/>
              <a:ahLst/>
              <a:cxnLst/>
              <a:rect l="l" t="t" r="r" b="b"/>
              <a:pathLst>
                <a:path w="209926" h="113355">
                  <a:moveTo>
                    <a:pt x="209926" y="35652"/>
                  </a:moveTo>
                  <a:lnTo>
                    <a:pt x="144016" y="113355"/>
                  </a:lnTo>
                  <a:lnTo>
                    <a:pt x="0" y="777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5080621" y="2174391"/>
              <a:ext cx="209926" cy="113328"/>
            </a:xfrm>
            <a:custGeom>
              <a:avLst/>
              <a:gdLst/>
              <a:ahLst/>
              <a:cxnLst/>
              <a:rect l="l" t="t" r="r" b="b"/>
              <a:pathLst>
                <a:path w="209926" h="113328">
                  <a:moveTo>
                    <a:pt x="209926" y="35607"/>
                  </a:moveTo>
                  <a:lnTo>
                    <a:pt x="144016" y="113328"/>
                  </a:lnTo>
                  <a:lnTo>
                    <a:pt x="0" y="7778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" name="Polygon 59"/>
            <p:cNvSpPr/>
            <p:nvPr/>
          </p:nvSpPr>
          <p:spPr>
            <a:xfrm>
              <a:off x="4726677" y="2180987"/>
              <a:ext cx="209926" cy="113413"/>
            </a:xfrm>
            <a:custGeom>
              <a:avLst/>
              <a:gdLst/>
              <a:ahLst/>
              <a:cxnLst/>
              <a:rect l="l" t="t" r="r" b="b"/>
              <a:pathLst>
                <a:path w="209926" h="113413">
                  <a:moveTo>
                    <a:pt x="209926" y="35604"/>
                  </a:moveTo>
                  <a:lnTo>
                    <a:pt x="144016" y="113413"/>
                  </a:lnTo>
                  <a:lnTo>
                    <a:pt x="0" y="778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" name="Polygon 60"/>
            <p:cNvSpPr/>
            <p:nvPr/>
          </p:nvSpPr>
          <p:spPr>
            <a:xfrm>
              <a:off x="6640407" y="2183602"/>
              <a:ext cx="209926" cy="113198"/>
            </a:xfrm>
            <a:custGeom>
              <a:avLst/>
              <a:gdLst/>
              <a:ahLst/>
              <a:cxnLst/>
              <a:rect l="l" t="t" r="r" b="b"/>
              <a:pathLst>
                <a:path w="209926" h="113198">
                  <a:moveTo>
                    <a:pt x="209926" y="35535"/>
                  </a:moveTo>
                  <a:lnTo>
                    <a:pt x="144016" y="113198"/>
                  </a:lnTo>
                  <a:lnTo>
                    <a:pt x="0" y="777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" name="Polygon 61"/>
            <p:cNvSpPr/>
            <p:nvPr/>
          </p:nvSpPr>
          <p:spPr>
            <a:xfrm>
              <a:off x="4372735" y="2187579"/>
              <a:ext cx="209926" cy="113450"/>
            </a:xfrm>
            <a:custGeom>
              <a:avLst/>
              <a:gdLst/>
              <a:ahLst/>
              <a:cxnLst/>
              <a:rect l="l" t="t" r="r" b="b"/>
              <a:pathLst>
                <a:path w="209926" h="113450">
                  <a:moveTo>
                    <a:pt x="209926" y="35618"/>
                  </a:moveTo>
                  <a:lnTo>
                    <a:pt x="144016" y="113450"/>
                  </a:lnTo>
                  <a:lnTo>
                    <a:pt x="0" y="778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" name="Polygon 62"/>
            <p:cNvSpPr/>
            <p:nvPr/>
          </p:nvSpPr>
          <p:spPr>
            <a:xfrm>
              <a:off x="6286465" y="2190333"/>
              <a:ext cx="209926" cy="113381"/>
            </a:xfrm>
            <a:custGeom>
              <a:avLst/>
              <a:gdLst/>
              <a:ahLst/>
              <a:cxnLst/>
              <a:rect l="l" t="t" r="r" b="b"/>
              <a:pathLst>
                <a:path w="209926" h="113381">
                  <a:moveTo>
                    <a:pt x="209926" y="35544"/>
                  </a:moveTo>
                  <a:lnTo>
                    <a:pt x="144016" y="113381"/>
                  </a:lnTo>
                  <a:lnTo>
                    <a:pt x="0" y="778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5932521" y="2196996"/>
              <a:ext cx="209927" cy="113486"/>
            </a:xfrm>
            <a:custGeom>
              <a:avLst/>
              <a:gdLst/>
              <a:ahLst/>
              <a:cxnLst/>
              <a:rect l="l" t="t" r="r" b="b"/>
              <a:pathLst>
                <a:path w="209927" h="113486">
                  <a:moveTo>
                    <a:pt x="209927" y="35643"/>
                  </a:moveTo>
                  <a:lnTo>
                    <a:pt x="144017" y="113486"/>
                  </a:lnTo>
                  <a:lnTo>
                    <a:pt x="0" y="77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5578579" y="2203494"/>
              <a:ext cx="209926" cy="113294"/>
            </a:xfrm>
            <a:custGeom>
              <a:avLst/>
              <a:gdLst/>
              <a:ahLst/>
              <a:cxnLst/>
              <a:rect l="l" t="t" r="r" b="b"/>
              <a:pathLst>
                <a:path w="209926" h="113294">
                  <a:moveTo>
                    <a:pt x="209926" y="35668"/>
                  </a:moveTo>
                  <a:lnTo>
                    <a:pt x="144016" y="113294"/>
                  </a:lnTo>
                  <a:lnTo>
                    <a:pt x="0" y="777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5224637" y="2209998"/>
              <a:ext cx="209926" cy="113186"/>
            </a:xfrm>
            <a:custGeom>
              <a:avLst/>
              <a:gdLst/>
              <a:ahLst/>
              <a:cxnLst/>
              <a:rect l="l" t="t" r="r" b="b"/>
              <a:pathLst>
                <a:path w="209926" h="113186">
                  <a:moveTo>
                    <a:pt x="209926" y="35603"/>
                  </a:moveTo>
                  <a:lnTo>
                    <a:pt x="144016" y="113186"/>
                  </a:lnTo>
                  <a:lnTo>
                    <a:pt x="0" y="777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4870694" y="2216591"/>
              <a:ext cx="209927" cy="113328"/>
            </a:xfrm>
            <a:custGeom>
              <a:avLst/>
              <a:gdLst/>
              <a:ahLst/>
              <a:cxnLst/>
              <a:rect l="l" t="t" r="r" b="b"/>
              <a:pathLst>
                <a:path w="209927" h="113328">
                  <a:moveTo>
                    <a:pt x="209927" y="35586"/>
                  </a:moveTo>
                  <a:lnTo>
                    <a:pt x="144017" y="113328"/>
                  </a:lnTo>
                  <a:lnTo>
                    <a:pt x="0" y="7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6784423" y="2219137"/>
              <a:ext cx="209926" cy="113094"/>
            </a:xfrm>
            <a:custGeom>
              <a:avLst/>
              <a:gdLst/>
              <a:ahLst/>
              <a:cxnLst/>
              <a:rect l="l" t="t" r="r" b="b"/>
              <a:pathLst>
                <a:path w="209926" h="113094">
                  <a:moveTo>
                    <a:pt x="209926" y="35531"/>
                  </a:moveTo>
                  <a:lnTo>
                    <a:pt x="144016" y="113094"/>
                  </a:lnTo>
                  <a:lnTo>
                    <a:pt x="0" y="776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4516751" y="2223197"/>
              <a:ext cx="209926" cy="113449"/>
            </a:xfrm>
            <a:custGeom>
              <a:avLst/>
              <a:gdLst/>
              <a:ahLst/>
              <a:cxnLst/>
              <a:rect l="l" t="t" r="r" b="b"/>
              <a:pathLst>
                <a:path w="209926" h="113449">
                  <a:moveTo>
                    <a:pt x="209926" y="35613"/>
                  </a:moveTo>
                  <a:lnTo>
                    <a:pt x="144016" y="113449"/>
                  </a:lnTo>
                  <a:lnTo>
                    <a:pt x="0" y="778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6430481" y="2225877"/>
              <a:ext cx="209926" cy="113222"/>
            </a:xfrm>
            <a:custGeom>
              <a:avLst/>
              <a:gdLst/>
              <a:ahLst/>
              <a:cxnLst/>
              <a:rect l="l" t="t" r="r" b="b"/>
              <a:pathLst>
                <a:path w="209926" h="113222">
                  <a:moveTo>
                    <a:pt x="209926" y="35484"/>
                  </a:moveTo>
                  <a:lnTo>
                    <a:pt x="144016" y="113222"/>
                  </a:lnTo>
                  <a:lnTo>
                    <a:pt x="0" y="778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4162809" y="2229781"/>
              <a:ext cx="209926" cy="113454"/>
            </a:xfrm>
            <a:custGeom>
              <a:avLst/>
              <a:gdLst/>
              <a:ahLst/>
              <a:cxnLst/>
              <a:rect l="l" t="t" r="r" b="b"/>
              <a:pathLst>
                <a:path w="209926" h="113454">
                  <a:moveTo>
                    <a:pt x="209926" y="35623"/>
                  </a:moveTo>
                  <a:lnTo>
                    <a:pt x="144016" y="113454"/>
                  </a:lnTo>
                  <a:lnTo>
                    <a:pt x="0" y="778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6076539" y="2232638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583"/>
                  </a:moveTo>
                  <a:lnTo>
                    <a:pt x="144016" y="113423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5722595" y="2239163"/>
              <a:ext cx="209926" cy="113215"/>
            </a:xfrm>
            <a:custGeom>
              <a:avLst/>
              <a:gdLst/>
              <a:ahLst/>
              <a:cxnLst/>
              <a:rect l="l" t="t" r="r" b="b"/>
              <a:pathLst>
                <a:path w="209926" h="113215">
                  <a:moveTo>
                    <a:pt x="209926" y="35672"/>
                  </a:moveTo>
                  <a:lnTo>
                    <a:pt x="144016" y="113215"/>
                  </a:lnTo>
                  <a:lnTo>
                    <a:pt x="0" y="7762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" name="Polygon 73"/>
            <p:cNvSpPr/>
            <p:nvPr/>
          </p:nvSpPr>
          <p:spPr>
            <a:xfrm>
              <a:off x="5368653" y="2245601"/>
              <a:ext cx="209926" cy="112943"/>
            </a:xfrm>
            <a:custGeom>
              <a:avLst/>
              <a:gdLst/>
              <a:ahLst/>
              <a:cxnLst/>
              <a:rect l="l" t="t" r="r" b="b"/>
              <a:pathLst>
                <a:path w="209926" h="112943">
                  <a:moveTo>
                    <a:pt x="209926" y="35597"/>
                  </a:moveTo>
                  <a:lnTo>
                    <a:pt x="144016" y="112943"/>
                  </a:lnTo>
                  <a:lnTo>
                    <a:pt x="0" y="775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" name="Polygon 74"/>
            <p:cNvSpPr/>
            <p:nvPr/>
          </p:nvSpPr>
          <p:spPr>
            <a:xfrm>
              <a:off x="5014711" y="2252178"/>
              <a:ext cx="209926" cy="113107"/>
            </a:xfrm>
            <a:custGeom>
              <a:avLst/>
              <a:gdLst/>
              <a:ahLst/>
              <a:cxnLst/>
              <a:rect l="l" t="t" r="r" b="b"/>
              <a:pathLst>
                <a:path w="209926" h="113107">
                  <a:moveTo>
                    <a:pt x="209926" y="35542"/>
                  </a:moveTo>
                  <a:lnTo>
                    <a:pt x="144016" y="113107"/>
                  </a:lnTo>
                  <a:lnTo>
                    <a:pt x="0" y="777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" name="Polygon 75"/>
            <p:cNvSpPr/>
            <p:nvPr/>
          </p:nvSpPr>
          <p:spPr>
            <a:xfrm>
              <a:off x="6928439" y="2254668"/>
              <a:ext cx="209927" cy="113037"/>
            </a:xfrm>
            <a:custGeom>
              <a:avLst/>
              <a:gdLst/>
              <a:ahLst/>
              <a:cxnLst/>
              <a:rect l="l" t="t" r="r" b="b"/>
              <a:pathLst>
                <a:path w="209927" h="113037">
                  <a:moveTo>
                    <a:pt x="209927" y="35550"/>
                  </a:moveTo>
                  <a:lnTo>
                    <a:pt x="144017" y="113037"/>
                  </a:lnTo>
                  <a:lnTo>
                    <a:pt x="0" y="775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" name="Polygon 76"/>
            <p:cNvSpPr/>
            <p:nvPr/>
          </p:nvSpPr>
          <p:spPr>
            <a:xfrm>
              <a:off x="4660767" y="2258810"/>
              <a:ext cx="209926" cy="113394"/>
            </a:xfrm>
            <a:custGeom>
              <a:avLst/>
              <a:gdLst/>
              <a:ahLst/>
              <a:cxnLst/>
              <a:rect l="l" t="t" r="r" b="b"/>
              <a:pathLst>
                <a:path w="209926" h="113394">
                  <a:moveTo>
                    <a:pt x="209926" y="35590"/>
                  </a:moveTo>
                  <a:lnTo>
                    <a:pt x="144016" y="113394"/>
                  </a:lnTo>
                  <a:lnTo>
                    <a:pt x="0" y="778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" name="Polygon 77"/>
            <p:cNvSpPr/>
            <p:nvPr/>
          </p:nvSpPr>
          <p:spPr>
            <a:xfrm>
              <a:off x="6574497" y="2261362"/>
              <a:ext cx="209926" cy="113041"/>
            </a:xfrm>
            <a:custGeom>
              <a:avLst/>
              <a:gdLst/>
              <a:ahLst/>
              <a:cxnLst/>
              <a:rect l="l" t="t" r="r" b="b"/>
              <a:pathLst>
                <a:path w="209926" h="113041">
                  <a:moveTo>
                    <a:pt x="209926" y="35439"/>
                  </a:moveTo>
                  <a:lnTo>
                    <a:pt x="144016" y="113041"/>
                  </a:lnTo>
                  <a:lnTo>
                    <a:pt x="0" y="777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" name="Polygon 78"/>
            <p:cNvSpPr/>
            <p:nvPr/>
          </p:nvSpPr>
          <p:spPr>
            <a:xfrm>
              <a:off x="4306825" y="2265403"/>
              <a:ext cx="209926" cy="113474"/>
            </a:xfrm>
            <a:custGeom>
              <a:avLst/>
              <a:gdLst/>
              <a:ahLst/>
              <a:cxnLst/>
              <a:rect l="l" t="t" r="r" b="b"/>
              <a:pathLst>
                <a:path w="209926" h="113474">
                  <a:moveTo>
                    <a:pt x="209926" y="35626"/>
                  </a:moveTo>
                  <a:lnTo>
                    <a:pt x="144016" y="113474"/>
                  </a:lnTo>
                  <a:lnTo>
                    <a:pt x="0" y="778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" name="Polygon 79"/>
            <p:cNvSpPr/>
            <p:nvPr/>
          </p:nvSpPr>
          <p:spPr>
            <a:xfrm>
              <a:off x="6220555" y="2268222"/>
              <a:ext cx="209926" cy="113312"/>
            </a:xfrm>
            <a:custGeom>
              <a:avLst/>
              <a:gdLst/>
              <a:ahLst/>
              <a:cxnLst/>
              <a:rect l="l" t="t" r="r" b="b"/>
              <a:pathLst>
                <a:path w="209926" h="113312">
                  <a:moveTo>
                    <a:pt x="209926" y="35492"/>
                  </a:moveTo>
                  <a:lnTo>
                    <a:pt x="144016" y="113312"/>
                  </a:lnTo>
                  <a:lnTo>
                    <a:pt x="0" y="77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" name="Polygon 80"/>
            <p:cNvSpPr/>
            <p:nvPr/>
          </p:nvSpPr>
          <p:spPr>
            <a:xfrm>
              <a:off x="5866611" y="2274835"/>
              <a:ext cx="209927" cy="113142"/>
            </a:xfrm>
            <a:custGeom>
              <a:avLst/>
              <a:gdLst/>
              <a:ahLst/>
              <a:cxnLst/>
              <a:rect l="l" t="t" r="r" b="b"/>
              <a:pathLst>
                <a:path w="209927" h="113142">
                  <a:moveTo>
                    <a:pt x="209927" y="35646"/>
                  </a:moveTo>
                  <a:lnTo>
                    <a:pt x="144017" y="113142"/>
                  </a:lnTo>
                  <a:lnTo>
                    <a:pt x="0" y="775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" name="Polygon 81"/>
            <p:cNvSpPr/>
            <p:nvPr/>
          </p:nvSpPr>
          <p:spPr>
            <a:xfrm>
              <a:off x="5512669" y="2281197"/>
              <a:ext cx="209926" cy="112606"/>
            </a:xfrm>
            <a:custGeom>
              <a:avLst/>
              <a:gdLst/>
              <a:ahLst/>
              <a:cxnLst/>
              <a:rect l="l" t="t" r="r" b="b"/>
              <a:pathLst>
                <a:path w="209926" h="112606">
                  <a:moveTo>
                    <a:pt x="209926" y="35591"/>
                  </a:moveTo>
                  <a:lnTo>
                    <a:pt x="144016" y="112606"/>
                  </a:lnTo>
                  <a:lnTo>
                    <a:pt x="0" y="773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" name="Polygon 82"/>
            <p:cNvSpPr/>
            <p:nvPr/>
          </p:nvSpPr>
          <p:spPr>
            <a:xfrm>
              <a:off x="5158727" y="2287719"/>
              <a:ext cx="209926" cy="112659"/>
            </a:xfrm>
            <a:custGeom>
              <a:avLst/>
              <a:gdLst/>
              <a:ahLst/>
              <a:cxnLst/>
              <a:rect l="l" t="t" r="r" b="b"/>
              <a:pathLst>
                <a:path w="209926" h="112659">
                  <a:moveTo>
                    <a:pt x="209926" y="35464"/>
                  </a:moveTo>
                  <a:lnTo>
                    <a:pt x="144016" y="112659"/>
                  </a:lnTo>
                  <a:lnTo>
                    <a:pt x="0" y="775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" name="Polygon 83"/>
            <p:cNvSpPr/>
            <p:nvPr/>
          </p:nvSpPr>
          <p:spPr>
            <a:xfrm>
              <a:off x="7072456" y="2290219"/>
              <a:ext cx="209926" cy="113047"/>
            </a:xfrm>
            <a:custGeom>
              <a:avLst/>
              <a:gdLst/>
              <a:ahLst/>
              <a:cxnLst/>
              <a:rect l="l" t="t" r="r" b="b"/>
              <a:pathLst>
                <a:path w="209926" h="113047">
                  <a:moveTo>
                    <a:pt x="209926" y="35588"/>
                  </a:moveTo>
                  <a:lnTo>
                    <a:pt x="144016" y="113047"/>
                  </a:lnTo>
                  <a:lnTo>
                    <a:pt x="0" y="7748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" name="Polygon 84"/>
            <p:cNvSpPr/>
            <p:nvPr/>
          </p:nvSpPr>
          <p:spPr>
            <a:xfrm>
              <a:off x="4804783" y="2294400"/>
              <a:ext cx="209927" cy="113186"/>
            </a:xfrm>
            <a:custGeom>
              <a:avLst/>
              <a:gdLst/>
              <a:ahLst/>
              <a:cxnLst/>
              <a:rect l="l" t="t" r="r" b="b"/>
              <a:pathLst>
                <a:path w="209927" h="113186">
                  <a:moveTo>
                    <a:pt x="209927" y="35520"/>
                  </a:moveTo>
                  <a:lnTo>
                    <a:pt x="144017" y="113186"/>
                  </a:lnTo>
                  <a:lnTo>
                    <a:pt x="0" y="778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" name="Polygon 85"/>
            <p:cNvSpPr/>
            <p:nvPr/>
          </p:nvSpPr>
          <p:spPr>
            <a:xfrm>
              <a:off x="6718513" y="2296800"/>
              <a:ext cx="209926" cy="112892"/>
            </a:xfrm>
            <a:custGeom>
              <a:avLst/>
              <a:gdLst/>
              <a:ahLst/>
              <a:cxnLst/>
              <a:rect l="l" t="t" r="r" b="b"/>
              <a:pathLst>
                <a:path w="209926" h="112892">
                  <a:moveTo>
                    <a:pt x="209926" y="35431"/>
                  </a:moveTo>
                  <a:lnTo>
                    <a:pt x="144016" y="112892"/>
                  </a:lnTo>
                  <a:lnTo>
                    <a:pt x="0" y="776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" name="Polygon 86"/>
            <p:cNvSpPr/>
            <p:nvPr/>
          </p:nvSpPr>
          <p:spPr>
            <a:xfrm>
              <a:off x="4450841" y="2301029"/>
              <a:ext cx="209926" cy="113469"/>
            </a:xfrm>
            <a:custGeom>
              <a:avLst/>
              <a:gdLst/>
              <a:ahLst/>
              <a:cxnLst/>
              <a:rect l="l" t="t" r="r" b="b"/>
              <a:pathLst>
                <a:path w="209926" h="113469">
                  <a:moveTo>
                    <a:pt x="209926" y="35617"/>
                  </a:moveTo>
                  <a:lnTo>
                    <a:pt x="144016" y="113469"/>
                  </a:lnTo>
                  <a:lnTo>
                    <a:pt x="0" y="7784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" name="Polygon 87"/>
            <p:cNvSpPr/>
            <p:nvPr/>
          </p:nvSpPr>
          <p:spPr>
            <a:xfrm>
              <a:off x="6364571" y="2303714"/>
              <a:ext cx="209926" cy="113171"/>
            </a:xfrm>
            <a:custGeom>
              <a:avLst/>
              <a:gdLst/>
              <a:ahLst/>
              <a:cxnLst/>
              <a:rect l="l" t="t" r="r" b="b"/>
              <a:pathLst>
                <a:path w="209926" h="113171">
                  <a:moveTo>
                    <a:pt x="209926" y="35385"/>
                  </a:moveTo>
                  <a:lnTo>
                    <a:pt x="144016" y="113171"/>
                  </a:lnTo>
                  <a:lnTo>
                    <a:pt x="0" y="778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" name="Polygon 88"/>
            <p:cNvSpPr/>
            <p:nvPr/>
          </p:nvSpPr>
          <p:spPr>
            <a:xfrm>
              <a:off x="4096899" y="2307602"/>
              <a:ext cx="209926" cy="113473"/>
            </a:xfrm>
            <a:custGeom>
              <a:avLst/>
              <a:gdLst/>
              <a:ahLst/>
              <a:cxnLst/>
              <a:rect l="l" t="t" r="r" b="b"/>
              <a:pathLst>
                <a:path w="209926" h="113473">
                  <a:moveTo>
                    <a:pt x="209926" y="35633"/>
                  </a:moveTo>
                  <a:lnTo>
                    <a:pt x="144016" y="113473"/>
                  </a:lnTo>
                  <a:lnTo>
                    <a:pt x="0" y="778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" name="Polygon 89"/>
            <p:cNvSpPr/>
            <p:nvPr/>
          </p:nvSpPr>
          <p:spPr>
            <a:xfrm>
              <a:off x="6010628" y="2310481"/>
              <a:ext cx="209926" cy="113119"/>
            </a:xfrm>
            <a:custGeom>
              <a:avLst/>
              <a:gdLst/>
              <a:ahLst/>
              <a:cxnLst/>
              <a:rect l="l" t="t" r="r" b="b"/>
              <a:pathLst>
                <a:path w="209926" h="113119">
                  <a:moveTo>
                    <a:pt x="209926" y="35580"/>
                  </a:moveTo>
                  <a:lnTo>
                    <a:pt x="144016" y="113119"/>
                  </a:lnTo>
                  <a:lnTo>
                    <a:pt x="0" y="774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" name="Polygon 90"/>
            <p:cNvSpPr/>
            <p:nvPr/>
          </p:nvSpPr>
          <p:spPr>
            <a:xfrm>
              <a:off x="5656685" y="2316789"/>
              <a:ext cx="209926" cy="112253"/>
            </a:xfrm>
            <a:custGeom>
              <a:avLst/>
              <a:gdLst/>
              <a:ahLst/>
              <a:cxnLst/>
              <a:rect l="l" t="t" r="r" b="b"/>
              <a:pathLst>
                <a:path w="209926" h="112253">
                  <a:moveTo>
                    <a:pt x="209926" y="35589"/>
                  </a:moveTo>
                  <a:lnTo>
                    <a:pt x="144016" y="112253"/>
                  </a:lnTo>
                  <a:lnTo>
                    <a:pt x="0" y="770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" name="Polygon 91"/>
            <p:cNvSpPr/>
            <p:nvPr/>
          </p:nvSpPr>
          <p:spPr>
            <a:xfrm>
              <a:off x="5302743" y="2323184"/>
              <a:ext cx="209926" cy="111915"/>
            </a:xfrm>
            <a:custGeom>
              <a:avLst/>
              <a:gdLst/>
              <a:ahLst/>
              <a:cxnLst/>
              <a:rect l="l" t="t" r="r" b="b"/>
              <a:pathLst>
                <a:path w="209926" h="111915">
                  <a:moveTo>
                    <a:pt x="209926" y="35360"/>
                  </a:moveTo>
                  <a:lnTo>
                    <a:pt x="144016" y="111915"/>
                  </a:lnTo>
                  <a:lnTo>
                    <a:pt x="0" y="771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" name="Polygon 92"/>
            <p:cNvSpPr/>
            <p:nvPr/>
          </p:nvSpPr>
          <p:spPr>
            <a:xfrm>
              <a:off x="7216472" y="2325807"/>
              <a:ext cx="209926" cy="113121"/>
            </a:xfrm>
            <a:custGeom>
              <a:avLst/>
              <a:gdLst/>
              <a:ahLst/>
              <a:cxnLst/>
              <a:rect l="l" t="t" r="r" b="b"/>
              <a:pathLst>
                <a:path w="209926" h="113121">
                  <a:moveTo>
                    <a:pt x="209926" y="35635"/>
                  </a:moveTo>
                  <a:lnTo>
                    <a:pt x="144016" y="113121"/>
                  </a:lnTo>
                  <a:lnTo>
                    <a:pt x="0" y="774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" name="Polygon 93"/>
            <p:cNvSpPr/>
            <p:nvPr/>
          </p:nvSpPr>
          <p:spPr>
            <a:xfrm>
              <a:off x="4948800" y="2329920"/>
              <a:ext cx="209926" cy="112659"/>
            </a:xfrm>
            <a:custGeom>
              <a:avLst/>
              <a:gdLst/>
              <a:ahLst/>
              <a:cxnLst/>
              <a:rect l="l" t="t" r="r" b="b"/>
              <a:pathLst>
                <a:path w="209926" h="112659">
                  <a:moveTo>
                    <a:pt x="209926" y="35365"/>
                  </a:moveTo>
                  <a:lnTo>
                    <a:pt x="144016" y="112659"/>
                  </a:lnTo>
                  <a:lnTo>
                    <a:pt x="0" y="776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" name="Polygon 94"/>
            <p:cNvSpPr/>
            <p:nvPr/>
          </p:nvSpPr>
          <p:spPr>
            <a:xfrm>
              <a:off x="6862529" y="2332231"/>
              <a:ext cx="209927" cy="112826"/>
            </a:xfrm>
            <a:custGeom>
              <a:avLst/>
              <a:gdLst/>
              <a:ahLst/>
              <a:cxnLst/>
              <a:rect l="l" t="t" r="r" b="b"/>
              <a:pathLst>
                <a:path w="209927" h="112826">
                  <a:moveTo>
                    <a:pt x="209927" y="35474"/>
                  </a:moveTo>
                  <a:lnTo>
                    <a:pt x="144017" y="112826"/>
                  </a:lnTo>
                  <a:lnTo>
                    <a:pt x="0" y="774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" name="Polygon 95"/>
            <p:cNvSpPr/>
            <p:nvPr/>
          </p:nvSpPr>
          <p:spPr>
            <a:xfrm>
              <a:off x="4594857" y="2336646"/>
              <a:ext cx="209926" cy="113355"/>
            </a:xfrm>
            <a:custGeom>
              <a:avLst/>
              <a:gdLst/>
              <a:ahLst/>
              <a:cxnLst/>
              <a:rect l="l" t="t" r="r" b="b"/>
              <a:pathLst>
                <a:path w="209926" h="113355">
                  <a:moveTo>
                    <a:pt x="209926" y="35558"/>
                  </a:moveTo>
                  <a:lnTo>
                    <a:pt x="144016" y="113355"/>
                  </a:lnTo>
                  <a:lnTo>
                    <a:pt x="0" y="778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" name="Polygon 96"/>
            <p:cNvSpPr/>
            <p:nvPr/>
          </p:nvSpPr>
          <p:spPr>
            <a:xfrm>
              <a:off x="6508587" y="2339099"/>
              <a:ext cx="209926" cy="113043"/>
            </a:xfrm>
            <a:custGeom>
              <a:avLst/>
              <a:gdLst/>
              <a:ahLst/>
              <a:cxnLst/>
              <a:rect l="l" t="t" r="r" b="b"/>
              <a:pathLst>
                <a:path w="209926" h="113043">
                  <a:moveTo>
                    <a:pt x="209926" y="35303"/>
                  </a:moveTo>
                  <a:lnTo>
                    <a:pt x="144016" y="113043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" name="Polygon 97"/>
            <p:cNvSpPr/>
            <p:nvPr/>
          </p:nvSpPr>
          <p:spPr>
            <a:xfrm>
              <a:off x="4240915" y="2343235"/>
              <a:ext cx="209926" cy="113504"/>
            </a:xfrm>
            <a:custGeom>
              <a:avLst/>
              <a:gdLst/>
              <a:ahLst/>
              <a:cxnLst/>
              <a:rect l="l" t="t" r="r" b="b"/>
              <a:pathLst>
                <a:path w="209926" h="113504">
                  <a:moveTo>
                    <a:pt x="209926" y="35643"/>
                  </a:moveTo>
                  <a:lnTo>
                    <a:pt x="144016" y="113504"/>
                  </a:lnTo>
                  <a:lnTo>
                    <a:pt x="0" y="778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" name="Polygon 98"/>
            <p:cNvSpPr/>
            <p:nvPr/>
          </p:nvSpPr>
          <p:spPr>
            <a:xfrm>
              <a:off x="6154644" y="2346061"/>
              <a:ext cx="209926" cy="113200"/>
            </a:xfrm>
            <a:custGeom>
              <a:avLst/>
              <a:gdLst/>
              <a:ahLst/>
              <a:cxnLst/>
              <a:rect l="l" t="t" r="r" b="b"/>
              <a:pathLst>
                <a:path w="209926" h="113200">
                  <a:moveTo>
                    <a:pt x="209926" y="35473"/>
                  </a:moveTo>
                  <a:lnTo>
                    <a:pt x="144016" y="113200"/>
                  </a:lnTo>
                  <a:lnTo>
                    <a:pt x="0" y="775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" name="Polygon 99"/>
            <p:cNvSpPr/>
            <p:nvPr/>
          </p:nvSpPr>
          <p:spPr>
            <a:xfrm>
              <a:off x="5800701" y="2352378"/>
              <a:ext cx="209927" cy="112058"/>
            </a:xfrm>
            <a:custGeom>
              <a:avLst/>
              <a:gdLst/>
              <a:ahLst/>
              <a:cxnLst/>
              <a:rect l="l" t="t" r="r" b="b"/>
              <a:pathLst>
                <a:path w="209927" h="112058">
                  <a:moveTo>
                    <a:pt x="209927" y="35599"/>
                  </a:moveTo>
                  <a:lnTo>
                    <a:pt x="144017" y="112058"/>
                  </a:lnTo>
                  <a:lnTo>
                    <a:pt x="0" y="766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" name="Polygon 100"/>
            <p:cNvSpPr/>
            <p:nvPr/>
          </p:nvSpPr>
          <p:spPr>
            <a:xfrm>
              <a:off x="5446759" y="2358543"/>
              <a:ext cx="209926" cy="110922"/>
            </a:xfrm>
            <a:custGeom>
              <a:avLst/>
              <a:gdLst/>
              <a:ahLst/>
              <a:cxnLst/>
              <a:rect l="l" t="t" r="r" b="b"/>
              <a:pathLst>
                <a:path w="209926" h="110922">
                  <a:moveTo>
                    <a:pt x="209926" y="35260"/>
                  </a:moveTo>
                  <a:lnTo>
                    <a:pt x="144016" y="110922"/>
                  </a:lnTo>
                  <a:lnTo>
                    <a:pt x="0" y="765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" name="Polygon 101"/>
            <p:cNvSpPr/>
            <p:nvPr/>
          </p:nvSpPr>
          <p:spPr>
            <a:xfrm>
              <a:off x="7360489" y="2361442"/>
              <a:ext cx="209926" cy="113235"/>
            </a:xfrm>
            <a:custGeom>
              <a:avLst/>
              <a:gdLst/>
              <a:ahLst/>
              <a:cxnLst/>
              <a:rect l="l" t="t" r="r" b="b"/>
              <a:pathLst>
                <a:path w="209926" h="113235">
                  <a:moveTo>
                    <a:pt x="209926" y="35672"/>
                  </a:moveTo>
                  <a:lnTo>
                    <a:pt x="144016" y="113235"/>
                  </a:lnTo>
                  <a:lnTo>
                    <a:pt x="0" y="774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" name="Polygon 102"/>
            <p:cNvSpPr/>
            <p:nvPr/>
          </p:nvSpPr>
          <p:spPr>
            <a:xfrm>
              <a:off x="5092817" y="2365285"/>
              <a:ext cx="209926" cy="111604"/>
            </a:xfrm>
            <a:custGeom>
              <a:avLst/>
              <a:gdLst/>
              <a:ahLst/>
              <a:cxnLst/>
              <a:rect l="l" t="t" r="r" b="b"/>
              <a:pathLst>
                <a:path w="209926" h="111604">
                  <a:moveTo>
                    <a:pt x="209926" y="35093"/>
                  </a:moveTo>
                  <a:lnTo>
                    <a:pt x="144016" y="111604"/>
                  </a:lnTo>
                  <a:lnTo>
                    <a:pt x="0" y="772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" name="Polygon 103"/>
            <p:cNvSpPr/>
            <p:nvPr/>
          </p:nvSpPr>
          <p:spPr>
            <a:xfrm>
              <a:off x="7006546" y="2367705"/>
              <a:ext cx="209926" cy="112871"/>
            </a:xfrm>
            <a:custGeom>
              <a:avLst/>
              <a:gdLst/>
              <a:ahLst/>
              <a:cxnLst/>
              <a:rect l="l" t="t" r="r" b="b"/>
              <a:pathLst>
                <a:path w="209926" h="112871">
                  <a:moveTo>
                    <a:pt x="209926" y="35560"/>
                  </a:moveTo>
                  <a:lnTo>
                    <a:pt x="144016" y="112871"/>
                  </a:lnTo>
                  <a:lnTo>
                    <a:pt x="0" y="773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" name="Polygon 104"/>
            <p:cNvSpPr/>
            <p:nvPr/>
          </p:nvSpPr>
          <p:spPr>
            <a:xfrm>
              <a:off x="4738873" y="2372204"/>
              <a:ext cx="209927" cy="112942"/>
            </a:xfrm>
            <a:custGeom>
              <a:avLst/>
              <a:gdLst/>
              <a:ahLst/>
              <a:cxnLst/>
              <a:rect l="l" t="t" r="r" b="b"/>
              <a:pathLst>
                <a:path w="209927" h="112942">
                  <a:moveTo>
                    <a:pt x="209927" y="35382"/>
                  </a:moveTo>
                  <a:lnTo>
                    <a:pt x="144017" y="112942"/>
                  </a:lnTo>
                  <a:lnTo>
                    <a:pt x="0" y="77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" name="Polygon 105"/>
            <p:cNvSpPr/>
            <p:nvPr/>
          </p:nvSpPr>
          <p:spPr>
            <a:xfrm>
              <a:off x="6652603" y="2374402"/>
              <a:ext cx="209926" cy="112979"/>
            </a:xfrm>
            <a:custGeom>
              <a:avLst/>
              <a:gdLst/>
              <a:ahLst/>
              <a:cxnLst/>
              <a:rect l="l" t="t" r="r" b="b"/>
              <a:pathLst>
                <a:path w="209926" h="112979">
                  <a:moveTo>
                    <a:pt x="209926" y="35290"/>
                  </a:moveTo>
                  <a:lnTo>
                    <a:pt x="144016" y="112979"/>
                  </a:lnTo>
                  <a:lnTo>
                    <a:pt x="0" y="777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" name="Polygon 106"/>
            <p:cNvSpPr/>
            <p:nvPr/>
          </p:nvSpPr>
          <p:spPr>
            <a:xfrm>
              <a:off x="4384931" y="2378877"/>
              <a:ext cx="209926" cy="113491"/>
            </a:xfrm>
            <a:custGeom>
              <a:avLst/>
              <a:gdLst/>
              <a:ahLst/>
              <a:cxnLst/>
              <a:rect l="l" t="t" r="r" b="b"/>
              <a:pathLst>
                <a:path w="209926" h="113491">
                  <a:moveTo>
                    <a:pt x="209926" y="35622"/>
                  </a:moveTo>
                  <a:lnTo>
                    <a:pt x="144016" y="113491"/>
                  </a:lnTo>
                  <a:lnTo>
                    <a:pt x="0" y="778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" name="Polygon 107"/>
            <p:cNvSpPr/>
            <p:nvPr/>
          </p:nvSpPr>
          <p:spPr>
            <a:xfrm>
              <a:off x="6298661" y="2381534"/>
              <a:ext cx="209926" cy="113432"/>
            </a:xfrm>
            <a:custGeom>
              <a:avLst/>
              <a:gdLst/>
              <a:ahLst/>
              <a:cxnLst/>
              <a:rect l="l" t="t" r="r" b="b"/>
              <a:pathLst>
                <a:path w="209926" h="113432">
                  <a:moveTo>
                    <a:pt x="209926" y="35351"/>
                  </a:moveTo>
                  <a:lnTo>
                    <a:pt x="144016" y="113432"/>
                  </a:lnTo>
                  <a:lnTo>
                    <a:pt x="0" y="777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" name="Polygon 108"/>
            <p:cNvSpPr/>
            <p:nvPr/>
          </p:nvSpPr>
          <p:spPr>
            <a:xfrm>
              <a:off x="4030989" y="2385427"/>
              <a:ext cx="209926" cy="113490"/>
            </a:xfrm>
            <a:custGeom>
              <a:avLst/>
              <a:gdLst/>
              <a:ahLst/>
              <a:cxnLst/>
              <a:rect l="l" t="t" r="r" b="b"/>
              <a:pathLst>
                <a:path w="209926" h="113490">
                  <a:moveTo>
                    <a:pt x="209926" y="35648"/>
                  </a:moveTo>
                  <a:lnTo>
                    <a:pt x="144016" y="113490"/>
                  </a:lnTo>
                  <a:lnTo>
                    <a:pt x="0" y="778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" name="Polygon 109"/>
            <p:cNvSpPr/>
            <p:nvPr/>
          </p:nvSpPr>
          <p:spPr>
            <a:xfrm>
              <a:off x="5944718" y="2387977"/>
              <a:ext cx="209926" cy="112265"/>
            </a:xfrm>
            <a:custGeom>
              <a:avLst/>
              <a:gdLst/>
              <a:ahLst/>
              <a:cxnLst/>
              <a:rect l="l" t="t" r="r" b="b"/>
              <a:pathLst>
                <a:path w="209926" h="112265">
                  <a:moveTo>
                    <a:pt x="209926" y="35624"/>
                  </a:moveTo>
                  <a:lnTo>
                    <a:pt x="144016" y="112265"/>
                  </a:lnTo>
                  <a:lnTo>
                    <a:pt x="0" y="764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" name="Polygon 110"/>
            <p:cNvSpPr/>
            <p:nvPr/>
          </p:nvSpPr>
          <p:spPr>
            <a:xfrm>
              <a:off x="5590775" y="2393803"/>
              <a:ext cx="209926" cy="109955"/>
            </a:xfrm>
            <a:custGeom>
              <a:avLst/>
              <a:gdLst/>
              <a:ahLst/>
              <a:cxnLst/>
              <a:rect l="l" t="t" r="r" b="b"/>
              <a:pathLst>
                <a:path w="209926" h="109955">
                  <a:moveTo>
                    <a:pt x="209926" y="35239"/>
                  </a:moveTo>
                  <a:lnTo>
                    <a:pt x="144016" y="109955"/>
                  </a:lnTo>
                  <a:lnTo>
                    <a:pt x="0" y="756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" name="Polygon 111"/>
            <p:cNvSpPr/>
            <p:nvPr/>
          </p:nvSpPr>
          <p:spPr>
            <a:xfrm>
              <a:off x="7504505" y="2397114"/>
              <a:ext cx="209926" cy="113355"/>
            </a:xfrm>
            <a:custGeom>
              <a:avLst/>
              <a:gdLst/>
              <a:ahLst/>
              <a:cxnLst/>
              <a:rect l="l" t="t" r="r" b="b"/>
              <a:pathLst>
                <a:path w="209926" h="113355">
                  <a:moveTo>
                    <a:pt x="209926" y="35692"/>
                  </a:moveTo>
                  <a:lnTo>
                    <a:pt x="144016" y="113355"/>
                  </a:lnTo>
                  <a:lnTo>
                    <a:pt x="0" y="775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" name="Polygon 112"/>
            <p:cNvSpPr/>
            <p:nvPr/>
          </p:nvSpPr>
          <p:spPr>
            <a:xfrm>
              <a:off x="5236833" y="2400378"/>
              <a:ext cx="209926" cy="109890"/>
            </a:xfrm>
            <a:custGeom>
              <a:avLst/>
              <a:gdLst/>
              <a:ahLst/>
              <a:cxnLst/>
              <a:rect l="l" t="t" r="r" b="b"/>
              <a:pathLst>
                <a:path w="209926" h="109890">
                  <a:moveTo>
                    <a:pt x="209926" y="34721"/>
                  </a:moveTo>
                  <a:lnTo>
                    <a:pt x="144016" y="109890"/>
                  </a:lnTo>
                  <a:lnTo>
                    <a:pt x="0" y="765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" name="Polygon 113"/>
            <p:cNvSpPr/>
            <p:nvPr/>
          </p:nvSpPr>
          <p:spPr>
            <a:xfrm>
              <a:off x="7150562" y="2403265"/>
              <a:ext cx="209926" cy="113015"/>
            </a:xfrm>
            <a:custGeom>
              <a:avLst/>
              <a:gdLst/>
              <a:ahLst/>
              <a:cxnLst/>
              <a:rect l="l" t="t" r="r" b="b"/>
              <a:pathLst>
                <a:path w="209926" h="113015">
                  <a:moveTo>
                    <a:pt x="209926" y="35663"/>
                  </a:moveTo>
                  <a:lnTo>
                    <a:pt x="144016" y="113015"/>
                  </a:lnTo>
                  <a:lnTo>
                    <a:pt x="0" y="773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" name="Polygon 114"/>
            <p:cNvSpPr/>
            <p:nvPr/>
          </p:nvSpPr>
          <p:spPr>
            <a:xfrm>
              <a:off x="4882890" y="2407586"/>
              <a:ext cx="209926" cy="111915"/>
            </a:xfrm>
            <a:custGeom>
              <a:avLst/>
              <a:gdLst/>
              <a:ahLst/>
              <a:cxnLst/>
              <a:rect l="l" t="t" r="r" b="b"/>
              <a:pathLst>
                <a:path w="209926" h="111915">
                  <a:moveTo>
                    <a:pt x="209926" y="34993"/>
                  </a:moveTo>
                  <a:lnTo>
                    <a:pt x="144016" y="111915"/>
                  </a:lnTo>
                  <a:lnTo>
                    <a:pt x="0" y="775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" name="Polygon 115"/>
            <p:cNvSpPr/>
            <p:nvPr/>
          </p:nvSpPr>
          <p:spPr>
            <a:xfrm>
              <a:off x="6796619" y="2409693"/>
              <a:ext cx="209927" cy="113017"/>
            </a:xfrm>
            <a:custGeom>
              <a:avLst/>
              <a:gdLst/>
              <a:ahLst/>
              <a:cxnLst/>
              <a:rect l="l" t="t" r="r" b="b"/>
              <a:pathLst>
                <a:path w="209927" h="113017">
                  <a:moveTo>
                    <a:pt x="209927" y="35365"/>
                  </a:moveTo>
                  <a:lnTo>
                    <a:pt x="144017" y="113017"/>
                  </a:lnTo>
                  <a:lnTo>
                    <a:pt x="0" y="776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" name="Polygon 116"/>
            <p:cNvSpPr/>
            <p:nvPr/>
          </p:nvSpPr>
          <p:spPr>
            <a:xfrm>
              <a:off x="4528947" y="2414499"/>
              <a:ext cx="209926" cy="113294"/>
            </a:xfrm>
            <a:custGeom>
              <a:avLst/>
              <a:gdLst/>
              <a:ahLst/>
              <a:cxnLst/>
              <a:rect l="l" t="t" r="r" b="b"/>
              <a:pathLst>
                <a:path w="209926" h="113294">
                  <a:moveTo>
                    <a:pt x="209926" y="35503"/>
                  </a:moveTo>
                  <a:lnTo>
                    <a:pt x="144016" y="113294"/>
                  </a:lnTo>
                  <a:lnTo>
                    <a:pt x="0" y="778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" name="Polygon 117"/>
            <p:cNvSpPr/>
            <p:nvPr/>
          </p:nvSpPr>
          <p:spPr>
            <a:xfrm>
              <a:off x="6442677" y="2416885"/>
              <a:ext cx="209926" cy="113821"/>
            </a:xfrm>
            <a:custGeom>
              <a:avLst/>
              <a:gdLst/>
              <a:ahLst/>
              <a:cxnLst/>
              <a:rect l="l" t="t" r="r" b="b"/>
              <a:pathLst>
                <a:path w="209926" h="113821">
                  <a:moveTo>
                    <a:pt x="209926" y="35257"/>
                  </a:moveTo>
                  <a:lnTo>
                    <a:pt x="144016" y="113821"/>
                  </a:lnTo>
                  <a:lnTo>
                    <a:pt x="0" y="780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" name="Polygon 118"/>
            <p:cNvSpPr/>
            <p:nvPr/>
          </p:nvSpPr>
          <p:spPr>
            <a:xfrm>
              <a:off x="4175005" y="2421075"/>
              <a:ext cx="209926" cy="113528"/>
            </a:xfrm>
            <a:custGeom>
              <a:avLst/>
              <a:gdLst/>
              <a:ahLst/>
              <a:cxnLst/>
              <a:rect l="l" t="t" r="r" b="b"/>
              <a:pathLst>
                <a:path w="209926" h="113528">
                  <a:moveTo>
                    <a:pt x="209926" y="35664"/>
                  </a:moveTo>
                  <a:lnTo>
                    <a:pt x="144016" y="113528"/>
                  </a:lnTo>
                  <a:lnTo>
                    <a:pt x="0" y="778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" name="Polygon 119"/>
            <p:cNvSpPr/>
            <p:nvPr/>
          </p:nvSpPr>
          <p:spPr>
            <a:xfrm>
              <a:off x="6088734" y="2423600"/>
              <a:ext cx="209926" cy="113107"/>
            </a:xfrm>
            <a:custGeom>
              <a:avLst/>
              <a:gdLst/>
              <a:ahLst/>
              <a:cxnLst/>
              <a:rect l="l" t="t" r="r" b="b"/>
              <a:pathLst>
                <a:path w="209926" h="113107">
                  <a:moveTo>
                    <a:pt x="209926" y="35661"/>
                  </a:moveTo>
                  <a:lnTo>
                    <a:pt x="144016" y="113107"/>
                  </a:lnTo>
                  <a:lnTo>
                    <a:pt x="0" y="766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" name="Polygon 120"/>
            <p:cNvSpPr/>
            <p:nvPr/>
          </p:nvSpPr>
          <p:spPr>
            <a:xfrm>
              <a:off x="5734791" y="2429042"/>
              <a:ext cx="209927" cy="109558"/>
            </a:xfrm>
            <a:custGeom>
              <a:avLst/>
              <a:gdLst/>
              <a:ahLst/>
              <a:cxnLst/>
              <a:rect l="l" t="t" r="r" b="b"/>
              <a:pathLst>
                <a:path w="209927" h="109558">
                  <a:moveTo>
                    <a:pt x="209927" y="35394"/>
                  </a:moveTo>
                  <a:lnTo>
                    <a:pt x="144017" y="109558"/>
                  </a:lnTo>
                  <a:lnTo>
                    <a:pt x="0" y="747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" name="Polygon 121"/>
            <p:cNvSpPr/>
            <p:nvPr/>
          </p:nvSpPr>
          <p:spPr>
            <a:xfrm>
              <a:off x="7648521" y="2432806"/>
              <a:ext cx="209927" cy="113447"/>
            </a:xfrm>
            <a:custGeom>
              <a:avLst/>
              <a:gdLst/>
              <a:ahLst/>
              <a:cxnLst/>
              <a:rect l="l" t="t" r="r" b="b"/>
              <a:pathLst>
                <a:path w="209927" h="113447">
                  <a:moveTo>
                    <a:pt x="209927" y="35688"/>
                  </a:moveTo>
                  <a:lnTo>
                    <a:pt x="144017" y="113447"/>
                  </a:lnTo>
                  <a:lnTo>
                    <a:pt x="0" y="776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" name="Polygon 122"/>
            <p:cNvSpPr/>
            <p:nvPr/>
          </p:nvSpPr>
          <p:spPr>
            <a:xfrm>
              <a:off x="5380849" y="2435099"/>
              <a:ext cx="209926" cy="107661"/>
            </a:xfrm>
            <a:custGeom>
              <a:avLst/>
              <a:gdLst/>
              <a:ahLst/>
              <a:cxnLst/>
              <a:rect l="l" t="t" r="r" b="b"/>
              <a:pathLst>
                <a:path w="209926" h="107661">
                  <a:moveTo>
                    <a:pt x="209926" y="34367"/>
                  </a:moveTo>
                  <a:lnTo>
                    <a:pt x="144016" y="107661"/>
                  </a:lnTo>
                  <a:lnTo>
                    <a:pt x="0" y="751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" name="Polygon 123"/>
            <p:cNvSpPr/>
            <p:nvPr/>
          </p:nvSpPr>
          <p:spPr>
            <a:xfrm>
              <a:off x="7294578" y="2438928"/>
              <a:ext cx="209926" cy="113210"/>
            </a:xfrm>
            <a:custGeom>
              <a:avLst/>
              <a:gdLst/>
              <a:ahLst/>
              <a:cxnLst/>
              <a:rect l="l" t="t" r="r" b="b"/>
              <a:pathLst>
                <a:path w="209926" h="113210">
                  <a:moveTo>
                    <a:pt x="209926" y="35749"/>
                  </a:moveTo>
                  <a:lnTo>
                    <a:pt x="144016" y="113210"/>
                  </a:lnTo>
                  <a:lnTo>
                    <a:pt x="0" y="773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" name="Polygon 124"/>
            <p:cNvSpPr/>
            <p:nvPr/>
          </p:nvSpPr>
          <p:spPr>
            <a:xfrm>
              <a:off x="5026906" y="2442579"/>
              <a:ext cx="209926" cy="109890"/>
            </a:xfrm>
            <a:custGeom>
              <a:avLst/>
              <a:gdLst/>
              <a:ahLst/>
              <a:cxnLst/>
              <a:rect l="l" t="t" r="r" b="b"/>
              <a:pathLst>
                <a:path w="209926" h="109890">
                  <a:moveTo>
                    <a:pt x="209926" y="34311"/>
                  </a:moveTo>
                  <a:lnTo>
                    <a:pt x="144016" y="109890"/>
                  </a:lnTo>
                  <a:lnTo>
                    <a:pt x="0" y="769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" name="Polygon 125"/>
            <p:cNvSpPr/>
            <p:nvPr/>
          </p:nvSpPr>
          <p:spPr>
            <a:xfrm>
              <a:off x="6940636" y="2445058"/>
              <a:ext cx="209926" cy="113157"/>
            </a:xfrm>
            <a:custGeom>
              <a:avLst/>
              <a:gdLst/>
              <a:ahLst/>
              <a:cxnLst/>
              <a:rect l="l" t="t" r="r" b="b"/>
              <a:pathLst>
                <a:path w="209926" h="113157">
                  <a:moveTo>
                    <a:pt x="209926" y="35519"/>
                  </a:moveTo>
                  <a:lnTo>
                    <a:pt x="144016" y="113157"/>
                  </a:lnTo>
                  <a:lnTo>
                    <a:pt x="0" y="7765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" name="Polygon 126"/>
            <p:cNvSpPr/>
            <p:nvPr/>
          </p:nvSpPr>
          <p:spPr>
            <a:xfrm>
              <a:off x="4672963" y="2450001"/>
              <a:ext cx="209927" cy="112606"/>
            </a:xfrm>
            <a:custGeom>
              <a:avLst/>
              <a:gdLst/>
              <a:ahLst/>
              <a:cxnLst/>
              <a:rect l="l" t="t" r="r" b="b"/>
              <a:pathLst>
                <a:path w="209927" h="112606">
                  <a:moveTo>
                    <a:pt x="209927" y="35144"/>
                  </a:moveTo>
                  <a:lnTo>
                    <a:pt x="144017" y="112606"/>
                  </a:lnTo>
                  <a:lnTo>
                    <a:pt x="0" y="777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" name="Polygon 127"/>
            <p:cNvSpPr/>
            <p:nvPr/>
          </p:nvSpPr>
          <p:spPr>
            <a:xfrm>
              <a:off x="6586693" y="2452142"/>
              <a:ext cx="209926" cy="114310"/>
            </a:xfrm>
            <a:custGeom>
              <a:avLst/>
              <a:gdLst/>
              <a:ahLst/>
              <a:cxnLst/>
              <a:rect l="l" t="t" r="r" b="b"/>
              <a:pathLst>
                <a:path w="209926" h="114310">
                  <a:moveTo>
                    <a:pt x="209926" y="35240"/>
                  </a:moveTo>
                  <a:lnTo>
                    <a:pt x="144016" y="114310"/>
                  </a:lnTo>
                  <a:lnTo>
                    <a:pt x="0" y="785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" name="Polygon 128"/>
            <p:cNvSpPr/>
            <p:nvPr/>
          </p:nvSpPr>
          <p:spPr>
            <a:xfrm>
              <a:off x="4319021" y="2456738"/>
              <a:ext cx="209926" cy="113503"/>
            </a:xfrm>
            <a:custGeom>
              <a:avLst/>
              <a:gdLst/>
              <a:ahLst/>
              <a:cxnLst/>
              <a:rect l="l" t="t" r="r" b="b"/>
              <a:pathLst>
                <a:path w="209926" h="113503">
                  <a:moveTo>
                    <a:pt x="209926" y="35630"/>
                  </a:moveTo>
                  <a:lnTo>
                    <a:pt x="144016" y="113503"/>
                  </a:lnTo>
                  <a:lnTo>
                    <a:pt x="0" y="778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" name="Polygon 129"/>
            <p:cNvSpPr/>
            <p:nvPr/>
          </p:nvSpPr>
          <p:spPr>
            <a:xfrm>
              <a:off x="6232750" y="2459261"/>
              <a:ext cx="209926" cy="114671"/>
            </a:xfrm>
            <a:custGeom>
              <a:avLst/>
              <a:gdLst/>
              <a:ahLst/>
              <a:cxnLst/>
              <a:rect l="l" t="t" r="r" b="b"/>
              <a:pathLst>
                <a:path w="209926" h="114671">
                  <a:moveTo>
                    <a:pt x="209926" y="35705"/>
                  </a:moveTo>
                  <a:lnTo>
                    <a:pt x="144016" y="114671"/>
                  </a:lnTo>
                  <a:lnTo>
                    <a:pt x="0" y="7744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0" name="Polygon 130"/>
            <p:cNvSpPr/>
            <p:nvPr/>
          </p:nvSpPr>
          <p:spPr>
            <a:xfrm>
              <a:off x="3965078" y="2463252"/>
              <a:ext cx="209926" cy="113494"/>
            </a:xfrm>
            <a:custGeom>
              <a:avLst/>
              <a:gdLst/>
              <a:ahLst/>
              <a:cxnLst/>
              <a:rect l="l" t="t" r="r" b="b"/>
              <a:pathLst>
                <a:path w="209926" h="113494">
                  <a:moveTo>
                    <a:pt x="209926" y="35665"/>
                  </a:moveTo>
                  <a:lnTo>
                    <a:pt x="144016" y="113494"/>
                  </a:lnTo>
                  <a:lnTo>
                    <a:pt x="0" y="778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1" name="Polygon 131"/>
            <p:cNvSpPr/>
            <p:nvPr/>
          </p:nvSpPr>
          <p:spPr>
            <a:xfrm>
              <a:off x="5878808" y="2464436"/>
              <a:ext cx="209926" cy="110464"/>
            </a:xfrm>
            <a:custGeom>
              <a:avLst/>
              <a:gdLst/>
              <a:ahLst/>
              <a:cxnLst/>
              <a:rect l="l" t="t" r="r" b="b"/>
              <a:pathLst>
                <a:path w="209926" h="110464">
                  <a:moveTo>
                    <a:pt x="209926" y="35806"/>
                  </a:moveTo>
                  <a:lnTo>
                    <a:pt x="144016" y="110464"/>
                  </a:lnTo>
                  <a:lnTo>
                    <a:pt x="0" y="741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2" name="Polygon 132"/>
            <p:cNvSpPr/>
            <p:nvPr/>
          </p:nvSpPr>
          <p:spPr>
            <a:xfrm>
              <a:off x="7792538" y="2468494"/>
              <a:ext cx="209926" cy="113497"/>
            </a:xfrm>
            <a:custGeom>
              <a:avLst/>
              <a:gdLst/>
              <a:ahLst/>
              <a:cxnLst/>
              <a:rect l="l" t="t" r="r" b="b"/>
              <a:pathLst>
                <a:path w="209926" h="113497">
                  <a:moveTo>
                    <a:pt x="209926" y="35667"/>
                  </a:moveTo>
                  <a:lnTo>
                    <a:pt x="144016" y="113497"/>
                  </a:lnTo>
                  <a:lnTo>
                    <a:pt x="0" y="777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3" name="Polygon 133"/>
            <p:cNvSpPr/>
            <p:nvPr/>
          </p:nvSpPr>
          <p:spPr>
            <a:xfrm>
              <a:off x="5524865" y="2469466"/>
              <a:ext cx="209926" cy="105595"/>
            </a:xfrm>
            <a:custGeom>
              <a:avLst/>
              <a:gdLst/>
              <a:ahLst/>
              <a:cxnLst/>
              <a:rect l="l" t="t" r="r" b="b"/>
              <a:pathLst>
                <a:path w="209926" h="105595">
                  <a:moveTo>
                    <a:pt x="209926" y="34292"/>
                  </a:moveTo>
                  <a:lnTo>
                    <a:pt x="144016" y="105595"/>
                  </a:lnTo>
                  <a:lnTo>
                    <a:pt x="0" y="732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4" name="Polygon 134"/>
            <p:cNvSpPr/>
            <p:nvPr/>
          </p:nvSpPr>
          <p:spPr>
            <a:xfrm>
              <a:off x="7438594" y="2474677"/>
              <a:ext cx="209926" cy="113394"/>
            </a:xfrm>
            <a:custGeom>
              <a:avLst/>
              <a:gdLst/>
              <a:ahLst/>
              <a:cxnLst/>
              <a:rect l="l" t="t" r="r" b="b"/>
              <a:pathLst>
                <a:path w="209926" h="113394">
                  <a:moveTo>
                    <a:pt x="209926" y="35792"/>
                  </a:moveTo>
                  <a:lnTo>
                    <a:pt x="144016" y="113394"/>
                  </a:lnTo>
                  <a:lnTo>
                    <a:pt x="0" y="774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5" name="Polygon 135"/>
            <p:cNvSpPr/>
            <p:nvPr/>
          </p:nvSpPr>
          <p:spPr>
            <a:xfrm>
              <a:off x="5170922" y="2476890"/>
              <a:ext cx="209926" cy="106650"/>
            </a:xfrm>
            <a:custGeom>
              <a:avLst/>
              <a:gdLst/>
              <a:ahLst/>
              <a:cxnLst/>
              <a:rect l="l" t="t" r="r" b="b"/>
              <a:pathLst>
                <a:path w="209926" h="106650">
                  <a:moveTo>
                    <a:pt x="209926" y="33378"/>
                  </a:moveTo>
                  <a:lnTo>
                    <a:pt x="144016" y="106650"/>
                  </a:lnTo>
                  <a:lnTo>
                    <a:pt x="0" y="7557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6" name="Polygon 136"/>
            <p:cNvSpPr/>
            <p:nvPr/>
          </p:nvSpPr>
          <p:spPr>
            <a:xfrm>
              <a:off x="7084652" y="2480577"/>
              <a:ext cx="209926" cy="113356"/>
            </a:xfrm>
            <a:custGeom>
              <a:avLst/>
              <a:gdLst/>
              <a:ahLst/>
              <a:cxnLst/>
              <a:rect l="l" t="t" r="r" b="b"/>
              <a:pathLst>
                <a:path w="209926" h="113356">
                  <a:moveTo>
                    <a:pt x="209926" y="35704"/>
                  </a:moveTo>
                  <a:lnTo>
                    <a:pt x="144016" y="113356"/>
                  </a:lnTo>
                  <a:lnTo>
                    <a:pt x="0" y="776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7" name="Polygon 137"/>
            <p:cNvSpPr/>
            <p:nvPr/>
          </p:nvSpPr>
          <p:spPr>
            <a:xfrm>
              <a:off x="4816980" y="2485146"/>
              <a:ext cx="209926" cy="110922"/>
            </a:xfrm>
            <a:custGeom>
              <a:avLst/>
              <a:gdLst/>
              <a:ahLst/>
              <a:cxnLst/>
              <a:rect l="l" t="t" r="r" b="b"/>
              <a:pathLst>
                <a:path w="209926" h="110922">
                  <a:moveTo>
                    <a:pt x="209926" y="34355"/>
                  </a:moveTo>
                  <a:lnTo>
                    <a:pt x="144016" y="110922"/>
                  </a:lnTo>
                  <a:lnTo>
                    <a:pt x="0" y="774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8" name="Polygon 138"/>
            <p:cNvSpPr/>
            <p:nvPr/>
          </p:nvSpPr>
          <p:spPr>
            <a:xfrm>
              <a:off x="6730709" y="2487381"/>
              <a:ext cx="209927" cy="114783"/>
            </a:xfrm>
            <a:custGeom>
              <a:avLst/>
              <a:gdLst/>
              <a:ahLst/>
              <a:cxnLst/>
              <a:rect l="l" t="t" r="r" b="b"/>
              <a:pathLst>
                <a:path w="209927" h="114783">
                  <a:moveTo>
                    <a:pt x="209927" y="35328"/>
                  </a:moveTo>
                  <a:lnTo>
                    <a:pt x="144017" y="114783"/>
                  </a:lnTo>
                  <a:lnTo>
                    <a:pt x="0" y="790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9" name="Polygon 139"/>
            <p:cNvSpPr/>
            <p:nvPr/>
          </p:nvSpPr>
          <p:spPr>
            <a:xfrm>
              <a:off x="4463037" y="2492369"/>
              <a:ext cx="209926" cy="113215"/>
            </a:xfrm>
            <a:custGeom>
              <a:avLst/>
              <a:gdLst/>
              <a:ahLst/>
              <a:cxnLst/>
              <a:rect l="l" t="t" r="r" b="b"/>
              <a:pathLst>
                <a:path w="209926" h="113215">
                  <a:moveTo>
                    <a:pt x="209926" y="35424"/>
                  </a:moveTo>
                  <a:lnTo>
                    <a:pt x="144016" y="113215"/>
                  </a:lnTo>
                  <a:lnTo>
                    <a:pt x="0" y="7787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0" name="Polygon 140"/>
            <p:cNvSpPr/>
            <p:nvPr/>
          </p:nvSpPr>
          <p:spPr>
            <a:xfrm>
              <a:off x="6376767" y="2494966"/>
              <a:ext cx="209926" cy="116769"/>
            </a:xfrm>
            <a:custGeom>
              <a:avLst/>
              <a:gdLst/>
              <a:ahLst/>
              <a:cxnLst/>
              <a:rect l="l" t="t" r="r" b="b"/>
              <a:pathLst>
                <a:path w="209926" h="116769">
                  <a:moveTo>
                    <a:pt x="209926" y="35740"/>
                  </a:moveTo>
                  <a:lnTo>
                    <a:pt x="144016" y="116769"/>
                  </a:lnTo>
                  <a:lnTo>
                    <a:pt x="0" y="789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1" name="Polygon 141"/>
            <p:cNvSpPr/>
            <p:nvPr/>
          </p:nvSpPr>
          <p:spPr>
            <a:xfrm>
              <a:off x="4109095" y="2498917"/>
              <a:ext cx="209926" cy="113529"/>
            </a:xfrm>
            <a:custGeom>
              <a:avLst/>
              <a:gdLst/>
              <a:ahLst/>
              <a:cxnLst/>
              <a:rect l="l" t="t" r="r" b="b"/>
              <a:pathLst>
                <a:path w="209926" h="113529">
                  <a:moveTo>
                    <a:pt x="209926" y="35686"/>
                  </a:moveTo>
                  <a:lnTo>
                    <a:pt x="144016" y="113529"/>
                  </a:lnTo>
                  <a:lnTo>
                    <a:pt x="0" y="778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2" name="Polygon 142"/>
            <p:cNvSpPr/>
            <p:nvPr/>
          </p:nvSpPr>
          <p:spPr>
            <a:xfrm>
              <a:off x="6022824" y="2500242"/>
              <a:ext cx="209926" cy="113293"/>
            </a:xfrm>
            <a:custGeom>
              <a:avLst/>
              <a:gdLst/>
              <a:ahLst/>
              <a:cxnLst/>
              <a:rect l="l" t="t" r="r" b="b"/>
              <a:pathLst>
                <a:path w="209926" h="113293">
                  <a:moveTo>
                    <a:pt x="209926" y="36466"/>
                  </a:moveTo>
                  <a:lnTo>
                    <a:pt x="144016" y="113293"/>
                  </a:lnTo>
                  <a:lnTo>
                    <a:pt x="0" y="746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3" name="Polygon 143"/>
            <p:cNvSpPr/>
            <p:nvPr/>
          </p:nvSpPr>
          <p:spPr>
            <a:xfrm>
              <a:off x="7936554" y="2504162"/>
              <a:ext cx="209926" cy="113508"/>
            </a:xfrm>
            <a:custGeom>
              <a:avLst/>
              <a:gdLst/>
              <a:ahLst/>
              <a:cxnLst/>
              <a:rect l="l" t="t" r="r" b="b"/>
              <a:pathLst>
                <a:path w="209926" h="113508">
                  <a:moveTo>
                    <a:pt x="209926" y="35642"/>
                  </a:moveTo>
                  <a:lnTo>
                    <a:pt x="144016" y="113508"/>
                  </a:lnTo>
                  <a:lnTo>
                    <a:pt x="0" y="7783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4" name="Polygon 144"/>
            <p:cNvSpPr/>
            <p:nvPr/>
          </p:nvSpPr>
          <p:spPr>
            <a:xfrm>
              <a:off x="7582611" y="2510469"/>
              <a:ext cx="209927" cy="113521"/>
            </a:xfrm>
            <a:custGeom>
              <a:avLst/>
              <a:gdLst/>
              <a:ahLst/>
              <a:cxnLst/>
              <a:rect l="l" t="t" r="r" b="b"/>
              <a:pathLst>
                <a:path w="209927" h="113521">
                  <a:moveTo>
                    <a:pt x="209927" y="35784"/>
                  </a:moveTo>
                  <a:lnTo>
                    <a:pt x="144017" y="113521"/>
                  </a:lnTo>
                  <a:lnTo>
                    <a:pt x="0" y="776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5" name="Polygon 145"/>
            <p:cNvSpPr/>
            <p:nvPr/>
          </p:nvSpPr>
          <p:spPr>
            <a:xfrm>
              <a:off x="5668881" y="2503758"/>
              <a:ext cx="209927" cy="104986"/>
            </a:xfrm>
            <a:custGeom>
              <a:avLst/>
              <a:gdLst/>
              <a:ahLst/>
              <a:cxnLst/>
              <a:rect l="l" t="t" r="r" b="b"/>
              <a:pathLst>
                <a:path w="209927" h="104986">
                  <a:moveTo>
                    <a:pt x="209927" y="34841"/>
                  </a:moveTo>
                  <a:lnTo>
                    <a:pt x="144017" y="104986"/>
                  </a:lnTo>
                  <a:lnTo>
                    <a:pt x="0" y="713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6" name="Polygon 146"/>
            <p:cNvSpPr/>
            <p:nvPr/>
          </p:nvSpPr>
          <p:spPr>
            <a:xfrm>
              <a:off x="7228668" y="2516280"/>
              <a:ext cx="209926" cy="113548"/>
            </a:xfrm>
            <a:custGeom>
              <a:avLst/>
              <a:gdLst/>
              <a:ahLst/>
              <a:cxnLst/>
              <a:rect l="l" t="t" r="r" b="b"/>
              <a:pathLst>
                <a:path w="209926" h="113548">
                  <a:moveTo>
                    <a:pt x="209926" y="35858"/>
                  </a:moveTo>
                  <a:lnTo>
                    <a:pt x="144016" y="113548"/>
                  </a:lnTo>
                  <a:lnTo>
                    <a:pt x="0" y="776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7" name="Polygon 147"/>
            <p:cNvSpPr/>
            <p:nvPr/>
          </p:nvSpPr>
          <p:spPr>
            <a:xfrm>
              <a:off x="5314939" y="2510268"/>
              <a:ext cx="209926" cy="102540"/>
            </a:xfrm>
            <a:custGeom>
              <a:avLst/>
              <a:gdLst/>
              <a:ahLst/>
              <a:cxnLst/>
              <a:rect l="l" t="t" r="r" b="b"/>
              <a:pathLst>
                <a:path w="209926" h="102540">
                  <a:moveTo>
                    <a:pt x="209926" y="32492"/>
                  </a:moveTo>
                  <a:lnTo>
                    <a:pt x="144016" y="102540"/>
                  </a:lnTo>
                  <a:lnTo>
                    <a:pt x="0" y="732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8" name="Polygon 148"/>
            <p:cNvSpPr/>
            <p:nvPr/>
          </p:nvSpPr>
          <p:spPr>
            <a:xfrm>
              <a:off x="4960996" y="2519501"/>
              <a:ext cx="209926" cy="107661"/>
            </a:xfrm>
            <a:custGeom>
              <a:avLst/>
              <a:gdLst/>
              <a:ahLst/>
              <a:cxnLst/>
              <a:rect l="l" t="t" r="r" b="b"/>
              <a:pathLst>
                <a:path w="209926" h="107661">
                  <a:moveTo>
                    <a:pt x="209926" y="32968"/>
                  </a:moveTo>
                  <a:lnTo>
                    <a:pt x="144016" y="107661"/>
                  </a:lnTo>
                  <a:lnTo>
                    <a:pt x="0" y="7656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49" name="Polygon 149"/>
            <p:cNvSpPr/>
            <p:nvPr/>
          </p:nvSpPr>
          <p:spPr>
            <a:xfrm>
              <a:off x="6874726" y="2522710"/>
              <a:ext cx="209926" cy="115105"/>
            </a:xfrm>
            <a:custGeom>
              <a:avLst/>
              <a:gdLst/>
              <a:ahLst/>
              <a:cxnLst/>
              <a:rect l="l" t="t" r="r" b="b"/>
              <a:pathLst>
                <a:path w="209926" h="115105">
                  <a:moveTo>
                    <a:pt x="209926" y="35505"/>
                  </a:moveTo>
                  <a:lnTo>
                    <a:pt x="144016" y="115105"/>
                  </a:lnTo>
                  <a:lnTo>
                    <a:pt x="0" y="794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0" name="Polygon 150"/>
            <p:cNvSpPr/>
            <p:nvPr/>
          </p:nvSpPr>
          <p:spPr>
            <a:xfrm>
              <a:off x="4607053" y="2527793"/>
              <a:ext cx="209927" cy="112253"/>
            </a:xfrm>
            <a:custGeom>
              <a:avLst/>
              <a:gdLst/>
              <a:ahLst/>
              <a:cxnLst/>
              <a:rect l="l" t="t" r="r" b="b"/>
              <a:pathLst>
                <a:path w="209927" h="112253">
                  <a:moveTo>
                    <a:pt x="209927" y="34814"/>
                  </a:moveTo>
                  <a:lnTo>
                    <a:pt x="144017" y="112253"/>
                  </a:lnTo>
                  <a:lnTo>
                    <a:pt x="0" y="777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1" name="Polygon 151"/>
            <p:cNvSpPr/>
            <p:nvPr/>
          </p:nvSpPr>
          <p:spPr>
            <a:xfrm>
              <a:off x="6520783" y="2530706"/>
              <a:ext cx="209926" cy="118934"/>
            </a:xfrm>
            <a:custGeom>
              <a:avLst/>
              <a:gdLst/>
              <a:ahLst/>
              <a:cxnLst/>
              <a:rect l="l" t="t" r="r" b="b"/>
              <a:pathLst>
                <a:path w="209926" h="118934">
                  <a:moveTo>
                    <a:pt x="209926" y="35745"/>
                  </a:moveTo>
                  <a:lnTo>
                    <a:pt x="144017" y="118934"/>
                  </a:lnTo>
                  <a:lnTo>
                    <a:pt x="0" y="810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2" name="Polygon 152"/>
            <p:cNvSpPr/>
            <p:nvPr/>
          </p:nvSpPr>
          <p:spPr>
            <a:xfrm>
              <a:off x="4253111" y="2534603"/>
              <a:ext cx="209926" cy="113485"/>
            </a:xfrm>
            <a:custGeom>
              <a:avLst/>
              <a:gdLst/>
              <a:ahLst/>
              <a:cxnLst/>
              <a:rect l="l" t="t" r="r" b="b"/>
              <a:pathLst>
                <a:path w="209926" h="113485">
                  <a:moveTo>
                    <a:pt x="209926" y="35638"/>
                  </a:moveTo>
                  <a:lnTo>
                    <a:pt x="144016" y="113485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3" name="Polygon 153"/>
            <p:cNvSpPr/>
            <p:nvPr/>
          </p:nvSpPr>
          <p:spPr>
            <a:xfrm>
              <a:off x="6166840" y="2536708"/>
              <a:ext cx="209926" cy="118144"/>
            </a:xfrm>
            <a:custGeom>
              <a:avLst/>
              <a:gdLst/>
              <a:ahLst/>
              <a:cxnLst/>
              <a:rect l="l" t="t" r="r" b="b"/>
              <a:pathLst>
                <a:path w="209926" h="118144">
                  <a:moveTo>
                    <a:pt x="209926" y="37225"/>
                  </a:moveTo>
                  <a:lnTo>
                    <a:pt x="144016" y="118144"/>
                  </a:lnTo>
                  <a:lnTo>
                    <a:pt x="0" y="768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4" name="Polygon 154"/>
            <p:cNvSpPr/>
            <p:nvPr/>
          </p:nvSpPr>
          <p:spPr>
            <a:xfrm>
              <a:off x="8080570" y="2539803"/>
              <a:ext cx="209926" cy="113493"/>
            </a:xfrm>
            <a:custGeom>
              <a:avLst/>
              <a:gdLst/>
              <a:ahLst/>
              <a:cxnLst/>
              <a:rect l="l" t="t" r="r" b="b"/>
              <a:pathLst>
                <a:path w="209926" h="113493">
                  <a:moveTo>
                    <a:pt x="209926" y="35619"/>
                  </a:moveTo>
                  <a:lnTo>
                    <a:pt x="144016" y="113493"/>
                  </a:lnTo>
                  <a:lnTo>
                    <a:pt x="0" y="778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5" name="Polygon 155"/>
            <p:cNvSpPr/>
            <p:nvPr/>
          </p:nvSpPr>
          <p:spPr>
            <a:xfrm>
              <a:off x="3899168" y="2541072"/>
              <a:ext cx="209926" cy="113471"/>
            </a:xfrm>
            <a:custGeom>
              <a:avLst/>
              <a:gdLst/>
              <a:ahLst/>
              <a:cxnLst/>
              <a:rect l="l" t="t" r="r" b="b"/>
              <a:pathLst>
                <a:path w="209926" h="113471">
                  <a:moveTo>
                    <a:pt x="209926" y="35674"/>
                  </a:moveTo>
                  <a:lnTo>
                    <a:pt x="144016" y="113471"/>
                  </a:lnTo>
                  <a:lnTo>
                    <a:pt x="0" y="778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6" name="Polygon 156"/>
            <p:cNvSpPr/>
            <p:nvPr/>
          </p:nvSpPr>
          <p:spPr>
            <a:xfrm>
              <a:off x="7726628" y="2546253"/>
              <a:ext cx="209926" cy="113575"/>
            </a:xfrm>
            <a:custGeom>
              <a:avLst/>
              <a:gdLst/>
              <a:ahLst/>
              <a:cxnLst/>
              <a:rect l="l" t="t" r="r" b="b"/>
              <a:pathLst>
                <a:path w="209926" h="113575">
                  <a:moveTo>
                    <a:pt x="209926" y="35739"/>
                  </a:moveTo>
                  <a:lnTo>
                    <a:pt x="144016" y="113575"/>
                  </a:lnTo>
                  <a:lnTo>
                    <a:pt x="0" y="777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7" name="Polygon 157"/>
            <p:cNvSpPr/>
            <p:nvPr/>
          </p:nvSpPr>
          <p:spPr>
            <a:xfrm>
              <a:off x="5812898" y="2538599"/>
              <a:ext cx="209926" cy="107484"/>
            </a:xfrm>
            <a:custGeom>
              <a:avLst/>
              <a:gdLst/>
              <a:ahLst/>
              <a:cxnLst/>
              <a:rect l="l" t="t" r="r" b="b"/>
              <a:pathLst>
                <a:path w="209926" h="107484">
                  <a:moveTo>
                    <a:pt x="209926" y="36301"/>
                  </a:moveTo>
                  <a:lnTo>
                    <a:pt x="144016" y="107484"/>
                  </a:lnTo>
                  <a:lnTo>
                    <a:pt x="0" y="701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8" name="Polygon 158"/>
            <p:cNvSpPr/>
            <p:nvPr/>
          </p:nvSpPr>
          <p:spPr>
            <a:xfrm>
              <a:off x="7372684" y="2552138"/>
              <a:ext cx="209926" cy="113671"/>
            </a:xfrm>
            <a:custGeom>
              <a:avLst/>
              <a:gdLst/>
              <a:ahLst/>
              <a:cxnLst/>
              <a:rect l="l" t="t" r="r" b="b"/>
              <a:pathLst>
                <a:path w="209926" h="113671">
                  <a:moveTo>
                    <a:pt x="209926" y="35933"/>
                  </a:moveTo>
                  <a:lnTo>
                    <a:pt x="144016" y="113671"/>
                  </a:lnTo>
                  <a:lnTo>
                    <a:pt x="0" y="776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59" name="Polygon 159"/>
            <p:cNvSpPr/>
            <p:nvPr/>
          </p:nvSpPr>
          <p:spPr>
            <a:xfrm>
              <a:off x="5458955" y="2542760"/>
              <a:ext cx="209926" cy="98930"/>
            </a:xfrm>
            <a:custGeom>
              <a:avLst/>
              <a:gdLst/>
              <a:ahLst/>
              <a:cxnLst/>
              <a:rect l="l" t="t" r="r" b="b"/>
              <a:pathLst>
                <a:path w="209926" h="98930">
                  <a:moveTo>
                    <a:pt x="209926" y="32301"/>
                  </a:moveTo>
                  <a:lnTo>
                    <a:pt x="144016" y="98930"/>
                  </a:lnTo>
                  <a:lnTo>
                    <a:pt x="0" y="7004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0" name="Polygon 160"/>
            <p:cNvSpPr/>
            <p:nvPr/>
          </p:nvSpPr>
          <p:spPr>
            <a:xfrm>
              <a:off x="7018742" y="2558215"/>
              <a:ext cx="209926" cy="115172"/>
            </a:xfrm>
            <a:custGeom>
              <a:avLst/>
              <a:gdLst/>
              <a:ahLst/>
              <a:cxnLst/>
              <a:rect l="l" t="t" r="r" b="b"/>
              <a:pathLst>
                <a:path w="209926" h="115172">
                  <a:moveTo>
                    <a:pt x="209926" y="35718"/>
                  </a:moveTo>
                  <a:lnTo>
                    <a:pt x="144016" y="115172"/>
                  </a:lnTo>
                  <a:lnTo>
                    <a:pt x="0" y="7959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1" name="Polygon 161"/>
            <p:cNvSpPr/>
            <p:nvPr/>
          </p:nvSpPr>
          <p:spPr>
            <a:xfrm>
              <a:off x="5105012" y="2552469"/>
              <a:ext cx="209926" cy="102541"/>
            </a:xfrm>
            <a:custGeom>
              <a:avLst/>
              <a:gdLst/>
              <a:ahLst/>
              <a:cxnLst/>
              <a:rect l="l" t="t" r="r" b="b"/>
              <a:pathLst>
                <a:path w="209926" h="102541">
                  <a:moveTo>
                    <a:pt x="209926" y="31071"/>
                  </a:moveTo>
                  <a:lnTo>
                    <a:pt x="144016" y="102541"/>
                  </a:lnTo>
                  <a:lnTo>
                    <a:pt x="0" y="746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2" name="Polygon 162"/>
            <p:cNvSpPr/>
            <p:nvPr/>
          </p:nvSpPr>
          <p:spPr>
            <a:xfrm>
              <a:off x="4751070" y="2562607"/>
              <a:ext cx="209926" cy="109954"/>
            </a:xfrm>
            <a:custGeom>
              <a:avLst/>
              <a:gdLst/>
              <a:ahLst/>
              <a:cxnLst/>
              <a:rect l="l" t="t" r="r" b="b"/>
              <a:pathLst>
                <a:path w="209926" h="109954">
                  <a:moveTo>
                    <a:pt x="209926" y="33461"/>
                  </a:moveTo>
                  <a:lnTo>
                    <a:pt x="144016" y="109954"/>
                  </a:lnTo>
                  <a:lnTo>
                    <a:pt x="0" y="774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3" name="Polygon 163"/>
            <p:cNvSpPr/>
            <p:nvPr/>
          </p:nvSpPr>
          <p:spPr>
            <a:xfrm>
              <a:off x="6664800" y="2566451"/>
              <a:ext cx="209926" cy="120552"/>
            </a:xfrm>
            <a:custGeom>
              <a:avLst/>
              <a:gdLst/>
              <a:ahLst/>
              <a:cxnLst/>
              <a:rect l="l" t="t" r="r" b="b"/>
              <a:pathLst>
                <a:path w="209926" h="120552">
                  <a:moveTo>
                    <a:pt x="209926" y="35713"/>
                  </a:moveTo>
                  <a:lnTo>
                    <a:pt x="144016" y="120552"/>
                  </a:lnTo>
                  <a:lnTo>
                    <a:pt x="0" y="83188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4" name="Polygon 164"/>
            <p:cNvSpPr/>
            <p:nvPr/>
          </p:nvSpPr>
          <p:spPr>
            <a:xfrm>
              <a:off x="4397127" y="2570241"/>
              <a:ext cx="209926" cy="113142"/>
            </a:xfrm>
            <a:custGeom>
              <a:avLst/>
              <a:gdLst/>
              <a:ahLst/>
              <a:cxnLst/>
              <a:rect l="l" t="t" r="r" b="b"/>
              <a:pathLst>
                <a:path w="209926" h="113142">
                  <a:moveTo>
                    <a:pt x="209926" y="35343"/>
                  </a:moveTo>
                  <a:lnTo>
                    <a:pt x="144016" y="113142"/>
                  </a:lnTo>
                  <a:lnTo>
                    <a:pt x="0" y="7784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5" name="Polygon 165"/>
            <p:cNvSpPr/>
            <p:nvPr/>
          </p:nvSpPr>
          <p:spPr>
            <a:xfrm>
              <a:off x="6310856" y="2573932"/>
              <a:ext cx="209926" cy="124284"/>
            </a:xfrm>
            <a:custGeom>
              <a:avLst/>
              <a:gdLst/>
              <a:ahLst/>
              <a:cxnLst/>
              <a:rect l="l" t="t" r="r" b="b"/>
              <a:pathLst>
                <a:path w="209926" h="124284">
                  <a:moveTo>
                    <a:pt x="209926" y="37803"/>
                  </a:moveTo>
                  <a:lnTo>
                    <a:pt x="144016" y="124284"/>
                  </a:lnTo>
                  <a:lnTo>
                    <a:pt x="0" y="809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6" name="Polygon 166"/>
            <p:cNvSpPr/>
            <p:nvPr/>
          </p:nvSpPr>
          <p:spPr>
            <a:xfrm>
              <a:off x="8224586" y="2575422"/>
              <a:ext cx="209926" cy="113468"/>
            </a:xfrm>
            <a:custGeom>
              <a:avLst/>
              <a:gdLst/>
              <a:ahLst/>
              <a:cxnLst/>
              <a:rect l="l" t="t" r="r" b="b"/>
              <a:pathLst>
                <a:path w="209926" h="113468">
                  <a:moveTo>
                    <a:pt x="209926" y="35603"/>
                  </a:moveTo>
                  <a:lnTo>
                    <a:pt x="144016" y="113468"/>
                  </a:lnTo>
                  <a:lnTo>
                    <a:pt x="0" y="778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7" name="Polygon 167"/>
            <p:cNvSpPr/>
            <p:nvPr/>
          </p:nvSpPr>
          <p:spPr>
            <a:xfrm>
              <a:off x="4043184" y="2576746"/>
              <a:ext cx="209926" cy="113486"/>
            </a:xfrm>
            <a:custGeom>
              <a:avLst/>
              <a:gdLst/>
              <a:ahLst/>
              <a:cxnLst/>
              <a:rect l="l" t="t" r="r" b="b"/>
              <a:pathLst>
                <a:path w="209926" h="113486">
                  <a:moveTo>
                    <a:pt x="209926" y="35701"/>
                  </a:moveTo>
                  <a:lnTo>
                    <a:pt x="144016" y="113486"/>
                  </a:lnTo>
                  <a:lnTo>
                    <a:pt x="0" y="77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8" name="Polygon 168"/>
            <p:cNvSpPr/>
            <p:nvPr/>
          </p:nvSpPr>
          <p:spPr>
            <a:xfrm>
              <a:off x="5956914" y="2574900"/>
              <a:ext cx="209926" cy="114378"/>
            </a:xfrm>
            <a:custGeom>
              <a:avLst/>
              <a:gdLst/>
              <a:ahLst/>
              <a:cxnLst/>
              <a:rect l="l" t="t" r="r" b="b"/>
              <a:pathLst>
                <a:path w="209926" h="114378">
                  <a:moveTo>
                    <a:pt x="209926" y="38635"/>
                  </a:moveTo>
                  <a:lnTo>
                    <a:pt x="144016" y="114378"/>
                  </a:lnTo>
                  <a:lnTo>
                    <a:pt x="0" y="711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69" name="Polygon 169"/>
            <p:cNvSpPr/>
            <p:nvPr/>
          </p:nvSpPr>
          <p:spPr>
            <a:xfrm>
              <a:off x="7870644" y="2581991"/>
              <a:ext cx="209926" cy="113568"/>
            </a:xfrm>
            <a:custGeom>
              <a:avLst/>
              <a:gdLst/>
              <a:ahLst/>
              <a:cxnLst/>
              <a:rect l="l" t="t" r="r" b="b"/>
              <a:pathLst>
                <a:path w="209926" h="113568">
                  <a:moveTo>
                    <a:pt x="209926" y="35679"/>
                  </a:moveTo>
                  <a:lnTo>
                    <a:pt x="144016" y="113568"/>
                  </a:lnTo>
                  <a:lnTo>
                    <a:pt x="0" y="778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0" name="Polygon 170"/>
            <p:cNvSpPr/>
            <p:nvPr/>
          </p:nvSpPr>
          <p:spPr>
            <a:xfrm>
              <a:off x="7516700" y="2588071"/>
              <a:ext cx="209927" cy="113705"/>
            </a:xfrm>
            <a:custGeom>
              <a:avLst/>
              <a:gdLst/>
              <a:ahLst/>
              <a:cxnLst/>
              <a:rect l="l" t="t" r="r" b="b"/>
              <a:pathLst>
                <a:path w="209927" h="113705">
                  <a:moveTo>
                    <a:pt x="209927" y="35919"/>
                  </a:moveTo>
                  <a:lnTo>
                    <a:pt x="144017" y="113705"/>
                  </a:lnTo>
                  <a:lnTo>
                    <a:pt x="0" y="777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1" name="Polygon 171"/>
            <p:cNvSpPr/>
            <p:nvPr/>
          </p:nvSpPr>
          <p:spPr>
            <a:xfrm>
              <a:off x="5602971" y="2575061"/>
              <a:ext cx="209927" cy="98319"/>
            </a:xfrm>
            <a:custGeom>
              <a:avLst/>
              <a:gdLst/>
              <a:ahLst/>
              <a:cxnLst/>
              <a:rect l="l" t="t" r="r" b="b"/>
              <a:pathLst>
                <a:path w="209927" h="98319">
                  <a:moveTo>
                    <a:pt x="209927" y="33682"/>
                  </a:moveTo>
                  <a:lnTo>
                    <a:pt x="144017" y="98319"/>
                  </a:lnTo>
                  <a:lnTo>
                    <a:pt x="0" y="666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2" name="Polygon 172"/>
            <p:cNvSpPr/>
            <p:nvPr/>
          </p:nvSpPr>
          <p:spPr>
            <a:xfrm>
              <a:off x="7162758" y="2593933"/>
              <a:ext cx="209926" cy="114964"/>
            </a:xfrm>
            <a:custGeom>
              <a:avLst/>
              <a:gdLst/>
              <a:ahLst/>
              <a:cxnLst/>
              <a:rect l="l" t="t" r="r" b="b"/>
              <a:pathLst>
                <a:path w="209926" h="114964">
                  <a:moveTo>
                    <a:pt x="209926" y="35895"/>
                  </a:moveTo>
                  <a:lnTo>
                    <a:pt x="144016" y="114964"/>
                  </a:lnTo>
                  <a:lnTo>
                    <a:pt x="0" y="794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3" name="Polygon 173"/>
            <p:cNvSpPr/>
            <p:nvPr/>
          </p:nvSpPr>
          <p:spPr>
            <a:xfrm>
              <a:off x="5249028" y="2583539"/>
              <a:ext cx="209926" cy="96242"/>
            </a:xfrm>
            <a:custGeom>
              <a:avLst/>
              <a:gdLst/>
              <a:ahLst/>
              <a:cxnLst/>
              <a:rect l="l" t="t" r="r" b="b"/>
              <a:pathLst>
                <a:path w="209926" h="96242">
                  <a:moveTo>
                    <a:pt x="209926" y="29269"/>
                  </a:moveTo>
                  <a:lnTo>
                    <a:pt x="144016" y="96242"/>
                  </a:lnTo>
                  <a:lnTo>
                    <a:pt x="0" y="714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4" name="Polygon 174"/>
            <p:cNvSpPr/>
            <p:nvPr/>
          </p:nvSpPr>
          <p:spPr>
            <a:xfrm>
              <a:off x="6808816" y="2602164"/>
              <a:ext cx="209926" cy="121108"/>
            </a:xfrm>
            <a:custGeom>
              <a:avLst/>
              <a:gdLst/>
              <a:ahLst/>
              <a:cxnLst/>
              <a:rect l="l" t="t" r="r" b="b"/>
              <a:pathLst>
                <a:path w="209926" h="121108">
                  <a:moveTo>
                    <a:pt x="209926" y="35650"/>
                  </a:moveTo>
                  <a:lnTo>
                    <a:pt x="144016" y="121108"/>
                  </a:lnTo>
                  <a:lnTo>
                    <a:pt x="0" y="84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5" name="Polygon 175"/>
            <p:cNvSpPr/>
            <p:nvPr/>
          </p:nvSpPr>
          <p:spPr>
            <a:xfrm>
              <a:off x="4895086" y="2596068"/>
              <a:ext cx="209926" cy="105595"/>
            </a:xfrm>
            <a:custGeom>
              <a:avLst/>
              <a:gdLst/>
              <a:ahLst/>
              <a:cxnLst/>
              <a:rect l="l" t="t" r="r" b="b"/>
              <a:pathLst>
                <a:path w="209926" h="105595">
                  <a:moveTo>
                    <a:pt x="209926" y="31093"/>
                  </a:moveTo>
                  <a:lnTo>
                    <a:pt x="144016" y="105595"/>
                  </a:lnTo>
                  <a:lnTo>
                    <a:pt x="0" y="764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6" name="Polygon 176"/>
            <p:cNvSpPr/>
            <p:nvPr/>
          </p:nvSpPr>
          <p:spPr>
            <a:xfrm>
              <a:off x="6454872" y="2611735"/>
              <a:ext cx="209927" cy="130205"/>
            </a:xfrm>
            <a:custGeom>
              <a:avLst/>
              <a:gdLst/>
              <a:ahLst/>
              <a:cxnLst/>
              <a:rect l="l" t="t" r="r" b="b"/>
              <a:pathLst>
                <a:path w="209927" h="130205">
                  <a:moveTo>
                    <a:pt x="209927" y="37905"/>
                  </a:moveTo>
                  <a:lnTo>
                    <a:pt x="144017" y="130205"/>
                  </a:lnTo>
                  <a:lnTo>
                    <a:pt x="0" y="864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7" name="Polygon 177"/>
            <p:cNvSpPr/>
            <p:nvPr/>
          </p:nvSpPr>
          <p:spPr>
            <a:xfrm>
              <a:off x="4541143" y="2605584"/>
              <a:ext cx="209927" cy="112057"/>
            </a:xfrm>
            <a:custGeom>
              <a:avLst/>
              <a:gdLst/>
              <a:ahLst/>
              <a:cxnLst/>
              <a:rect l="l" t="t" r="r" b="b"/>
              <a:pathLst>
                <a:path w="209927" h="112057">
                  <a:moveTo>
                    <a:pt x="209927" y="34462"/>
                  </a:moveTo>
                  <a:lnTo>
                    <a:pt x="144017" y="112057"/>
                  </a:lnTo>
                  <a:lnTo>
                    <a:pt x="0" y="7779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8" name="Polygon 178"/>
            <p:cNvSpPr/>
            <p:nvPr/>
          </p:nvSpPr>
          <p:spPr>
            <a:xfrm>
              <a:off x="8368602" y="2611025"/>
              <a:ext cx="209926" cy="113448"/>
            </a:xfrm>
            <a:custGeom>
              <a:avLst/>
              <a:gdLst/>
              <a:ahLst/>
              <a:cxnLst/>
              <a:rect l="l" t="t" r="r" b="b"/>
              <a:pathLst>
                <a:path w="209926" h="113448">
                  <a:moveTo>
                    <a:pt x="209926" y="35598"/>
                  </a:moveTo>
                  <a:lnTo>
                    <a:pt x="144016" y="113448"/>
                  </a:lnTo>
                  <a:lnTo>
                    <a:pt x="0" y="778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79" name="Polygon 179"/>
            <p:cNvSpPr/>
            <p:nvPr/>
          </p:nvSpPr>
          <p:spPr>
            <a:xfrm>
              <a:off x="4187200" y="2612447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42"/>
                  </a:moveTo>
                  <a:lnTo>
                    <a:pt x="144016" y="113423"/>
                  </a:lnTo>
                  <a:lnTo>
                    <a:pt x="0" y="777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0" name="Polygon 180"/>
            <p:cNvSpPr/>
            <p:nvPr/>
          </p:nvSpPr>
          <p:spPr>
            <a:xfrm>
              <a:off x="6100930" y="2613535"/>
              <a:ext cx="209926" cy="125660"/>
            </a:xfrm>
            <a:custGeom>
              <a:avLst/>
              <a:gdLst/>
              <a:ahLst/>
              <a:cxnLst/>
              <a:rect l="l" t="t" r="r" b="b"/>
              <a:pathLst>
                <a:path w="209926" h="125660">
                  <a:moveTo>
                    <a:pt x="209926" y="41317"/>
                  </a:moveTo>
                  <a:lnTo>
                    <a:pt x="144016" y="125660"/>
                  </a:lnTo>
                  <a:lnTo>
                    <a:pt x="0" y="757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1" name="Polygon 181"/>
            <p:cNvSpPr/>
            <p:nvPr/>
          </p:nvSpPr>
          <p:spPr>
            <a:xfrm>
              <a:off x="8014660" y="2617670"/>
              <a:ext cx="209926" cy="113528"/>
            </a:xfrm>
            <a:custGeom>
              <a:avLst/>
              <a:gdLst/>
              <a:ahLst/>
              <a:cxnLst/>
              <a:rect l="l" t="t" r="r" b="b"/>
              <a:pathLst>
                <a:path w="209926" h="113528">
                  <a:moveTo>
                    <a:pt x="209926" y="35626"/>
                  </a:moveTo>
                  <a:lnTo>
                    <a:pt x="144016" y="113528"/>
                  </a:lnTo>
                  <a:lnTo>
                    <a:pt x="0" y="778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2" name="Polygon 182"/>
            <p:cNvSpPr/>
            <p:nvPr/>
          </p:nvSpPr>
          <p:spPr>
            <a:xfrm>
              <a:off x="3833258" y="2618878"/>
              <a:ext cx="209926" cy="113410"/>
            </a:xfrm>
            <a:custGeom>
              <a:avLst/>
              <a:gdLst/>
              <a:ahLst/>
              <a:cxnLst/>
              <a:rect l="l" t="t" r="r" b="b"/>
              <a:pathLst>
                <a:path w="209926" h="113410">
                  <a:moveTo>
                    <a:pt x="209926" y="35665"/>
                  </a:moveTo>
                  <a:lnTo>
                    <a:pt x="144016" y="113410"/>
                  </a:lnTo>
                  <a:lnTo>
                    <a:pt x="0" y="777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3" name="Polygon 183"/>
            <p:cNvSpPr/>
            <p:nvPr/>
          </p:nvSpPr>
          <p:spPr>
            <a:xfrm>
              <a:off x="7660717" y="2623990"/>
              <a:ext cx="209926" cy="113658"/>
            </a:xfrm>
            <a:custGeom>
              <a:avLst/>
              <a:gdLst/>
              <a:ahLst/>
              <a:cxnLst/>
              <a:rect l="l" t="t" r="r" b="b"/>
              <a:pathLst>
                <a:path w="209926" h="113658">
                  <a:moveTo>
                    <a:pt x="209926" y="35838"/>
                  </a:moveTo>
                  <a:lnTo>
                    <a:pt x="144016" y="113658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4" name="Polygon 184"/>
            <p:cNvSpPr/>
            <p:nvPr/>
          </p:nvSpPr>
          <p:spPr>
            <a:xfrm>
              <a:off x="5746988" y="2608743"/>
              <a:ext cx="209926" cy="103762"/>
            </a:xfrm>
            <a:custGeom>
              <a:avLst/>
              <a:gdLst/>
              <a:ahLst/>
              <a:cxnLst/>
              <a:rect l="l" t="t" r="r" b="b"/>
              <a:pathLst>
                <a:path w="209926" h="103762">
                  <a:moveTo>
                    <a:pt x="209926" y="37340"/>
                  </a:moveTo>
                  <a:lnTo>
                    <a:pt x="144016" y="103762"/>
                  </a:lnTo>
                  <a:lnTo>
                    <a:pt x="0" y="646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5" name="Polygon 185"/>
            <p:cNvSpPr/>
            <p:nvPr/>
          </p:nvSpPr>
          <p:spPr>
            <a:xfrm>
              <a:off x="7306774" y="2629828"/>
              <a:ext cx="209926" cy="114547"/>
            </a:xfrm>
            <a:custGeom>
              <a:avLst/>
              <a:gdLst/>
              <a:ahLst/>
              <a:cxnLst/>
              <a:rect l="l" t="t" r="r" b="b"/>
              <a:pathLst>
                <a:path w="209926" h="114547">
                  <a:moveTo>
                    <a:pt x="209926" y="35982"/>
                  </a:moveTo>
                  <a:lnTo>
                    <a:pt x="144016" y="114547"/>
                  </a:lnTo>
                  <a:lnTo>
                    <a:pt x="0" y="790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6" name="Polygon 186"/>
            <p:cNvSpPr/>
            <p:nvPr/>
          </p:nvSpPr>
          <p:spPr>
            <a:xfrm>
              <a:off x="6952832" y="2637814"/>
              <a:ext cx="209926" cy="120412"/>
            </a:xfrm>
            <a:custGeom>
              <a:avLst/>
              <a:gdLst/>
              <a:ahLst/>
              <a:cxnLst/>
              <a:rect l="l" t="t" r="r" b="b"/>
              <a:pathLst>
                <a:path w="209926" h="120412">
                  <a:moveTo>
                    <a:pt x="209926" y="35573"/>
                  </a:moveTo>
                  <a:lnTo>
                    <a:pt x="144016" y="120412"/>
                  </a:lnTo>
                  <a:lnTo>
                    <a:pt x="0" y="8545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7" name="Polygon 187"/>
            <p:cNvSpPr/>
            <p:nvPr/>
          </p:nvSpPr>
          <p:spPr>
            <a:xfrm>
              <a:off x="6598890" y="2649640"/>
              <a:ext cx="209926" cy="134109"/>
            </a:xfrm>
            <a:custGeom>
              <a:avLst/>
              <a:gdLst/>
              <a:ahLst/>
              <a:cxnLst/>
              <a:rect l="l" t="t" r="r" b="b"/>
              <a:pathLst>
                <a:path w="209926" h="134109">
                  <a:moveTo>
                    <a:pt x="209926" y="37364"/>
                  </a:moveTo>
                  <a:lnTo>
                    <a:pt x="144016" y="134109"/>
                  </a:lnTo>
                  <a:lnTo>
                    <a:pt x="0" y="923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8" name="Polygon 188"/>
            <p:cNvSpPr/>
            <p:nvPr/>
          </p:nvSpPr>
          <p:spPr>
            <a:xfrm>
              <a:off x="5393045" y="2612808"/>
              <a:ext cx="209926" cy="91078"/>
            </a:xfrm>
            <a:custGeom>
              <a:avLst/>
              <a:gdLst/>
              <a:ahLst/>
              <a:cxnLst/>
              <a:rect l="l" t="t" r="r" b="b"/>
              <a:pathLst>
                <a:path w="209926" h="91078">
                  <a:moveTo>
                    <a:pt x="209926" y="28882"/>
                  </a:moveTo>
                  <a:lnTo>
                    <a:pt x="144016" y="91078"/>
                  </a:lnTo>
                  <a:lnTo>
                    <a:pt x="0" y="6697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89" name="Polygon 189"/>
            <p:cNvSpPr/>
            <p:nvPr/>
          </p:nvSpPr>
          <p:spPr>
            <a:xfrm>
              <a:off x="5039102" y="2627162"/>
              <a:ext cx="209926" cy="98930"/>
            </a:xfrm>
            <a:custGeom>
              <a:avLst/>
              <a:gdLst/>
              <a:ahLst/>
              <a:cxnLst/>
              <a:rect l="l" t="t" r="r" b="b"/>
              <a:pathLst>
                <a:path w="209926" h="98930">
                  <a:moveTo>
                    <a:pt x="209926" y="27848"/>
                  </a:moveTo>
                  <a:lnTo>
                    <a:pt x="144016" y="98930"/>
                  </a:lnTo>
                  <a:lnTo>
                    <a:pt x="0" y="745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0" name="Polygon 190"/>
            <p:cNvSpPr/>
            <p:nvPr/>
          </p:nvSpPr>
          <p:spPr>
            <a:xfrm>
              <a:off x="4685160" y="2640046"/>
              <a:ext cx="209926" cy="109558"/>
            </a:xfrm>
            <a:custGeom>
              <a:avLst/>
              <a:gdLst/>
              <a:ahLst/>
              <a:cxnLst/>
              <a:rect l="l" t="t" r="r" b="b"/>
              <a:pathLst>
                <a:path w="209926" h="109558">
                  <a:moveTo>
                    <a:pt x="209926" y="32515"/>
                  </a:moveTo>
                  <a:lnTo>
                    <a:pt x="144016" y="109558"/>
                  </a:lnTo>
                  <a:lnTo>
                    <a:pt x="0" y="775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1" name="Polygon 191"/>
            <p:cNvSpPr/>
            <p:nvPr/>
          </p:nvSpPr>
          <p:spPr>
            <a:xfrm>
              <a:off x="6244946" y="2654852"/>
              <a:ext cx="209926" cy="139397"/>
            </a:xfrm>
            <a:custGeom>
              <a:avLst/>
              <a:gdLst/>
              <a:ahLst/>
              <a:cxnLst/>
              <a:rect l="l" t="t" r="r" b="b"/>
              <a:pathLst>
                <a:path w="209926" h="139397">
                  <a:moveTo>
                    <a:pt x="209926" y="43364"/>
                  </a:moveTo>
                  <a:lnTo>
                    <a:pt x="144016" y="139397"/>
                  </a:lnTo>
                  <a:lnTo>
                    <a:pt x="0" y="843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2" name="Polygon 192"/>
            <p:cNvSpPr/>
            <p:nvPr/>
          </p:nvSpPr>
          <p:spPr>
            <a:xfrm>
              <a:off x="8512618" y="2646623"/>
              <a:ext cx="209927" cy="113433"/>
            </a:xfrm>
            <a:custGeom>
              <a:avLst/>
              <a:gdLst/>
              <a:ahLst/>
              <a:cxnLst/>
              <a:rect l="l" t="t" r="r" b="b"/>
              <a:pathLst>
                <a:path w="209927" h="113433">
                  <a:moveTo>
                    <a:pt x="209927" y="35600"/>
                  </a:moveTo>
                  <a:lnTo>
                    <a:pt x="144017" y="113433"/>
                  </a:lnTo>
                  <a:lnTo>
                    <a:pt x="0" y="7785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3" name="Polygon 193"/>
            <p:cNvSpPr/>
            <p:nvPr/>
          </p:nvSpPr>
          <p:spPr>
            <a:xfrm>
              <a:off x="4331217" y="2648088"/>
              <a:ext cx="209926" cy="113119"/>
            </a:xfrm>
            <a:custGeom>
              <a:avLst/>
              <a:gdLst/>
              <a:ahLst/>
              <a:cxnLst/>
              <a:rect l="l" t="t" r="r" b="b"/>
              <a:pathLst>
                <a:path w="209926" h="113119">
                  <a:moveTo>
                    <a:pt x="209926" y="35295"/>
                  </a:moveTo>
                  <a:lnTo>
                    <a:pt x="144016" y="113119"/>
                  </a:lnTo>
                  <a:lnTo>
                    <a:pt x="0" y="777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4" name="Polygon 194"/>
            <p:cNvSpPr/>
            <p:nvPr/>
          </p:nvSpPr>
          <p:spPr>
            <a:xfrm>
              <a:off x="8158676" y="2653296"/>
              <a:ext cx="209926" cy="113482"/>
            </a:xfrm>
            <a:custGeom>
              <a:avLst/>
              <a:gdLst/>
              <a:ahLst/>
              <a:cxnLst/>
              <a:rect l="l" t="t" r="r" b="b"/>
              <a:pathLst>
                <a:path w="209926" h="113482">
                  <a:moveTo>
                    <a:pt x="209926" y="35594"/>
                  </a:moveTo>
                  <a:lnTo>
                    <a:pt x="144016" y="113482"/>
                  </a:lnTo>
                  <a:lnTo>
                    <a:pt x="0" y="779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5" name="Polygon 195"/>
            <p:cNvSpPr/>
            <p:nvPr/>
          </p:nvSpPr>
          <p:spPr>
            <a:xfrm>
              <a:off x="3977274" y="2654543"/>
              <a:ext cx="209926" cy="113381"/>
            </a:xfrm>
            <a:custGeom>
              <a:avLst/>
              <a:gdLst/>
              <a:ahLst/>
              <a:cxnLst/>
              <a:rect l="l" t="t" r="r" b="b"/>
              <a:pathLst>
                <a:path w="209926" h="113381">
                  <a:moveTo>
                    <a:pt x="209926" y="35688"/>
                  </a:moveTo>
                  <a:lnTo>
                    <a:pt x="144016" y="113381"/>
                  </a:lnTo>
                  <a:lnTo>
                    <a:pt x="0" y="7774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6" name="Polygon 196"/>
            <p:cNvSpPr/>
            <p:nvPr/>
          </p:nvSpPr>
          <p:spPr>
            <a:xfrm>
              <a:off x="7804734" y="2659828"/>
              <a:ext cx="209926" cy="113570"/>
            </a:xfrm>
            <a:custGeom>
              <a:avLst/>
              <a:gdLst/>
              <a:ahLst/>
              <a:cxnLst/>
              <a:rect l="l" t="t" r="r" b="b"/>
              <a:pathLst>
                <a:path w="209926" h="113570">
                  <a:moveTo>
                    <a:pt x="209926" y="35731"/>
                  </a:moveTo>
                  <a:lnTo>
                    <a:pt x="144016" y="113570"/>
                  </a:lnTo>
                  <a:lnTo>
                    <a:pt x="0" y="778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7" name="Polygon 197"/>
            <p:cNvSpPr/>
            <p:nvPr/>
          </p:nvSpPr>
          <p:spPr>
            <a:xfrm>
              <a:off x="5891004" y="2646083"/>
              <a:ext cx="209926" cy="117451"/>
            </a:xfrm>
            <a:custGeom>
              <a:avLst/>
              <a:gdLst/>
              <a:ahLst/>
              <a:cxnLst/>
              <a:rect l="l" t="t" r="r" b="b"/>
              <a:pathLst>
                <a:path w="209926" h="117451">
                  <a:moveTo>
                    <a:pt x="209926" y="43195"/>
                  </a:moveTo>
                  <a:lnTo>
                    <a:pt x="144016" y="117451"/>
                  </a:lnTo>
                  <a:lnTo>
                    <a:pt x="0" y="664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8" name="Polygon 198"/>
            <p:cNvSpPr/>
            <p:nvPr/>
          </p:nvSpPr>
          <p:spPr>
            <a:xfrm>
              <a:off x="7450790" y="2665809"/>
              <a:ext cx="209927" cy="114049"/>
            </a:xfrm>
            <a:custGeom>
              <a:avLst/>
              <a:gdLst/>
              <a:ahLst/>
              <a:cxnLst/>
              <a:rect l="l" t="t" r="r" b="b"/>
              <a:pathLst>
                <a:path w="209927" h="114049">
                  <a:moveTo>
                    <a:pt x="209927" y="35966"/>
                  </a:moveTo>
                  <a:lnTo>
                    <a:pt x="144017" y="114049"/>
                  </a:lnTo>
                  <a:lnTo>
                    <a:pt x="0" y="785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99" name="Polygon 199"/>
            <p:cNvSpPr/>
            <p:nvPr/>
          </p:nvSpPr>
          <p:spPr>
            <a:xfrm>
              <a:off x="7096848" y="2673387"/>
              <a:ext cx="209926" cy="118698"/>
            </a:xfrm>
            <a:custGeom>
              <a:avLst/>
              <a:gdLst/>
              <a:ahLst/>
              <a:cxnLst/>
              <a:rect l="l" t="t" r="r" b="b"/>
              <a:pathLst>
                <a:path w="209926" h="118698">
                  <a:moveTo>
                    <a:pt x="209926" y="35509"/>
                  </a:moveTo>
                  <a:lnTo>
                    <a:pt x="144016" y="118698"/>
                  </a:lnTo>
                  <a:lnTo>
                    <a:pt x="0" y="84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0" name="Polygon 200"/>
            <p:cNvSpPr/>
            <p:nvPr/>
          </p:nvSpPr>
          <p:spPr>
            <a:xfrm>
              <a:off x="6742906" y="2687003"/>
              <a:ext cx="209926" cy="134682"/>
            </a:xfrm>
            <a:custGeom>
              <a:avLst/>
              <a:gdLst/>
              <a:ahLst/>
              <a:cxnLst/>
              <a:rect l="l" t="t" r="r" b="b"/>
              <a:pathLst>
                <a:path w="209926" h="134682">
                  <a:moveTo>
                    <a:pt x="209926" y="36268"/>
                  </a:moveTo>
                  <a:lnTo>
                    <a:pt x="144016" y="134682"/>
                  </a:lnTo>
                  <a:lnTo>
                    <a:pt x="0" y="9674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1" name="Polygon 201"/>
            <p:cNvSpPr/>
            <p:nvPr/>
          </p:nvSpPr>
          <p:spPr>
            <a:xfrm>
              <a:off x="6388962" y="2698216"/>
              <a:ext cx="209927" cy="151988"/>
            </a:xfrm>
            <a:custGeom>
              <a:avLst/>
              <a:gdLst/>
              <a:ahLst/>
              <a:cxnLst/>
              <a:rect l="l" t="t" r="r" b="b"/>
              <a:pathLst>
                <a:path w="209927" h="151988">
                  <a:moveTo>
                    <a:pt x="209927" y="43724"/>
                  </a:moveTo>
                  <a:lnTo>
                    <a:pt x="144017" y="151988"/>
                  </a:lnTo>
                  <a:lnTo>
                    <a:pt x="0" y="960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2" name="Polygon 202"/>
            <p:cNvSpPr/>
            <p:nvPr/>
          </p:nvSpPr>
          <p:spPr>
            <a:xfrm>
              <a:off x="5537061" y="2641690"/>
              <a:ext cx="209927" cy="91103"/>
            </a:xfrm>
            <a:custGeom>
              <a:avLst/>
              <a:gdLst/>
              <a:ahLst/>
              <a:cxnLst/>
              <a:rect l="l" t="t" r="r" b="b"/>
              <a:pathLst>
                <a:path w="209927" h="91103">
                  <a:moveTo>
                    <a:pt x="209927" y="31690"/>
                  </a:moveTo>
                  <a:lnTo>
                    <a:pt x="144017" y="91103"/>
                  </a:lnTo>
                  <a:lnTo>
                    <a:pt x="0" y="621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3" name="Polygon 203"/>
            <p:cNvSpPr/>
            <p:nvPr/>
          </p:nvSpPr>
          <p:spPr>
            <a:xfrm>
              <a:off x="4829176" y="2672561"/>
              <a:ext cx="209926" cy="104986"/>
            </a:xfrm>
            <a:custGeom>
              <a:avLst/>
              <a:gdLst/>
              <a:ahLst/>
              <a:cxnLst/>
              <a:rect l="l" t="t" r="r" b="b"/>
              <a:pathLst>
                <a:path w="209926" h="104986">
                  <a:moveTo>
                    <a:pt x="209926" y="29103"/>
                  </a:moveTo>
                  <a:lnTo>
                    <a:pt x="144016" y="104986"/>
                  </a:lnTo>
                  <a:lnTo>
                    <a:pt x="0" y="770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4" name="Polygon 204"/>
            <p:cNvSpPr/>
            <p:nvPr/>
          </p:nvSpPr>
          <p:spPr>
            <a:xfrm>
              <a:off x="5183118" y="2655010"/>
              <a:ext cx="209926" cy="91078"/>
            </a:xfrm>
            <a:custGeom>
              <a:avLst/>
              <a:gdLst/>
              <a:ahLst/>
              <a:cxnLst/>
              <a:rect l="l" t="t" r="r" b="b"/>
              <a:pathLst>
                <a:path w="209926" h="91078">
                  <a:moveTo>
                    <a:pt x="209926" y="24771"/>
                  </a:moveTo>
                  <a:lnTo>
                    <a:pt x="144016" y="91078"/>
                  </a:lnTo>
                  <a:lnTo>
                    <a:pt x="0" y="710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5" name="Polygon 205"/>
            <p:cNvSpPr/>
            <p:nvPr/>
          </p:nvSpPr>
          <p:spPr>
            <a:xfrm>
              <a:off x="8656635" y="2682223"/>
              <a:ext cx="209926" cy="113426"/>
            </a:xfrm>
            <a:custGeom>
              <a:avLst/>
              <a:gdLst/>
              <a:ahLst/>
              <a:cxnLst/>
              <a:rect l="l" t="t" r="r" b="b"/>
              <a:pathLst>
                <a:path w="209926" h="113426">
                  <a:moveTo>
                    <a:pt x="209926" y="35603"/>
                  </a:moveTo>
                  <a:lnTo>
                    <a:pt x="144016" y="113426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6" name="Polygon 206"/>
            <p:cNvSpPr/>
            <p:nvPr/>
          </p:nvSpPr>
          <p:spPr>
            <a:xfrm>
              <a:off x="4475233" y="2683383"/>
              <a:ext cx="209927" cy="112265"/>
            </a:xfrm>
            <a:custGeom>
              <a:avLst/>
              <a:gdLst/>
              <a:ahLst/>
              <a:cxnLst/>
              <a:rect l="l" t="t" r="r" b="b"/>
              <a:pathLst>
                <a:path w="209927" h="112265">
                  <a:moveTo>
                    <a:pt x="209927" y="34258"/>
                  </a:moveTo>
                  <a:lnTo>
                    <a:pt x="144017" y="112265"/>
                  </a:lnTo>
                  <a:lnTo>
                    <a:pt x="0" y="778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7" name="Polygon 207"/>
            <p:cNvSpPr/>
            <p:nvPr/>
          </p:nvSpPr>
          <p:spPr>
            <a:xfrm>
              <a:off x="8302692" y="2688890"/>
              <a:ext cx="209926" cy="113448"/>
            </a:xfrm>
            <a:custGeom>
              <a:avLst/>
              <a:gdLst/>
              <a:ahLst/>
              <a:cxnLst/>
              <a:rect l="l" t="t" r="r" b="b"/>
              <a:pathLst>
                <a:path w="209926" h="113448">
                  <a:moveTo>
                    <a:pt x="209926" y="35583"/>
                  </a:moveTo>
                  <a:lnTo>
                    <a:pt x="144016" y="113448"/>
                  </a:lnTo>
                  <a:lnTo>
                    <a:pt x="0" y="778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8" name="Polygon 208"/>
            <p:cNvSpPr/>
            <p:nvPr/>
          </p:nvSpPr>
          <p:spPr>
            <a:xfrm>
              <a:off x="4121290" y="2690231"/>
              <a:ext cx="209926" cy="113312"/>
            </a:xfrm>
            <a:custGeom>
              <a:avLst/>
              <a:gdLst/>
              <a:ahLst/>
              <a:cxnLst/>
              <a:rect l="l" t="t" r="r" b="b"/>
              <a:pathLst>
                <a:path w="209926" h="113312">
                  <a:moveTo>
                    <a:pt x="209926" y="35638"/>
                  </a:moveTo>
                  <a:lnTo>
                    <a:pt x="144016" y="113312"/>
                  </a:lnTo>
                  <a:lnTo>
                    <a:pt x="0" y="776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09" name="Polygon 209"/>
            <p:cNvSpPr/>
            <p:nvPr/>
          </p:nvSpPr>
          <p:spPr>
            <a:xfrm>
              <a:off x="6035020" y="2689278"/>
              <a:ext cx="209926" cy="138952"/>
            </a:xfrm>
            <a:custGeom>
              <a:avLst/>
              <a:gdLst/>
              <a:ahLst/>
              <a:cxnLst/>
              <a:rect l="l" t="t" r="r" b="b"/>
              <a:pathLst>
                <a:path w="209926" h="138952">
                  <a:moveTo>
                    <a:pt x="209926" y="49917"/>
                  </a:moveTo>
                  <a:lnTo>
                    <a:pt x="144016" y="138952"/>
                  </a:lnTo>
                  <a:lnTo>
                    <a:pt x="0" y="742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0" name="Polygon 210"/>
            <p:cNvSpPr/>
            <p:nvPr/>
          </p:nvSpPr>
          <p:spPr>
            <a:xfrm>
              <a:off x="7948750" y="2695559"/>
              <a:ext cx="209926" cy="113482"/>
            </a:xfrm>
            <a:custGeom>
              <a:avLst/>
              <a:gdLst/>
              <a:ahLst/>
              <a:cxnLst/>
              <a:rect l="l" t="t" r="r" b="b"/>
              <a:pathLst>
                <a:path w="209926" h="113482">
                  <a:moveTo>
                    <a:pt x="209926" y="35639"/>
                  </a:moveTo>
                  <a:lnTo>
                    <a:pt x="144016" y="113482"/>
                  </a:lnTo>
                  <a:lnTo>
                    <a:pt x="0" y="77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1" name="Polygon 211"/>
            <p:cNvSpPr/>
            <p:nvPr/>
          </p:nvSpPr>
          <p:spPr>
            <a:xfrm>
              <a:off x="3767348" y="2696660"/>
              <a:ext cx="209926" cy="113314"/>
            </a:xfrm>
            <a:custGeom>
              <a:avLst/>
              <a:gdLst/>
              <a:ahLst/>
              <a:cxnLst/>
              <a:rect l="l" t="t" r="r" b="b"/>
              <a:pathLst>
                <a:path w="209926" h="113314">
                  <a:moveTo>
                    <a:pt x="209926" y="35628"/>
                  </a:moveTo>
                  <a:lnTo>
                    <a:pt x="144016" y="113314"/>
                  </a:lnTo>
                  <a:lnTo>
                    <a:pt x="0" y="777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2" name="Polygon 212"/>
            <p:cNvSpPr/>
            <p:nvPr/>
          </p:nvSpPr>
          <p:spPr>
            <a:xfrm>
              <a:off x="7594807" y="2701776"/>
              <a:ext cx="209926" cy="113599"/>
            </a:xfrm>
            <a:custGeom>
              <a:avLst/>
              <a:gdLst/>
              <a:ahLst/>
              <a:cxnLst/>
              <a:rect l="l" t="t" r="r" b="b"/>
              <a:pathLst>
                <a:path w="209926" h="113599">
                  <a:moveTo>
                    <a:pt x="209926" y="35872"/>
                  </a:moveTo>
                  <a:lnTo>
                    <a:pt x="144016" y="113599"/>
                  </a:lnTo>
                  <a:lnTo>
                    <a:pt x="0" y="780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3" name="Polygon 213"/>
            <p:cNvSpPr/>
            <p:nvPr/>
          </p:nvSpPr>
          <p:spPr>
            <a:xfrm>
              <a:off x="6532979" y="2741940"/>
              <a:ext cx="209926" cy="159420"/>
            </a:xfrm>
            <a:custGeom>
              <a:avLst/>
              <a:gdLst/>
              <a:ahLst/>
              <a:cxnLst/>
              <a:rect l="l" t="t" r="r" b="b"/>
              <a:pathLst>
                <a:path w="209926" h="159420">
                  <a:moveTo>
                    <a:pt x="209926" y="41809"/>
                  </a:moveTo>
                  <a:lnTo>
                    <a:pt x="144016" y="159420"/>
                  </a:lnTo>
                  <a:lnTo>
                    <a:pt x="0" y="1082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4" name="Polygon 214"/>
            <p:cNvSpPr/>
            <p:nvPr/>
          </p:nvSpPr>
          <p:spPr>
            <a:xfrm>
              <a:off x="7240864" y="2708897"/>
              <a:ext cx="209926" cy="116507"/>
            </a:xfrm>
            <a:custGeom>
              <a:avLst/>
              <a:gdLst/>
              <a:ahLst/>
              <a:cxnLst/>
              <a:rect l="l" t="t" r="r" b="b"/>
              <a:pathLst>
                <a:path w="209926" h="116507">
                  <a:moveTo>
                    <a:pt x="209926" y="35478"/>
                  </a:moveTo>
                  <a:lnTo>
                    <a:pt x="144016" y="116507"/>
                  </a:lnTo>
                  <a:lnTo>
                    <a:pt x="0" y="831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5" name="Polygon 215"/>
            <p:cNvSpPr/>
            <p:nvPr/>
          </p:nvSpPr>
          <p:spPr>
            <a:xfrm>
              <a:off x="6886922" y="2723272"/>
              <a:ext cx="209926" cy="131700"/>
            </a:xfrm>
            <a:custGeom>
              <a:avLst/>
              <a:gdLst/>
              <a:ahLst/>
              <a:cxnLst/>
              <a:rect l="l" t="t" r="r" b="b"/>
              <a:pathLst>
                <a:path w="209926" h="131700">
                  <a:moveTo>
                    <a:pt x="209926" y="34955"/>
                  </a:moveTo>
                  <a:lnTo>
                    <a:pt x="144016" y="131700"/>
                  </a:lnTo>
                  <a:lnTo>
                    <a:pt x="0" y="984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6" name="Polygon 216"/>
            <p:cNvSpPr/>
            <p:nvPr/>
          </p:nvSpPr>
          <p:spPr>
            <a:xfrm>
              <a:off x="5681078" y="2673380"/>
              <a:ext cx="209926" cy="101033"/>
            </a:xfrm>
            <a:custGeom>
              <a:avLst/>
              <a:gdLst/>
              <a:ahLst/>
              <a:cxnLst/>
              <a:rect l="l" t="t" r="r" b="b"/>
              <a:pathLst>
                <a:path w="209926" h="101033">
                  <a:moveTo>
                    <a:pt x="209926" y="39126"/>
                  </a:moveTo>
                  <a:lnTo>
                    <a:pt x="144016" y="101033"/>
                  </a:lnTo>
                  <a:lnTo>
                    <a:pt x="0" y="594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7" name="Polygon 217"/>
            <p:cNvSpPr/>
            <p:nvPr/>
          </p:nvSpPr>
          <p:spPr>
            <a:xfrm>
              <a:off x="6179036" y="2739195"/>
              <a:ext cx="209926" cy="164174"/>
            </a:xfrm>
            <a:custGeom>
              <a:avLst/>
              <a:gdLst/>
              <a:ahLst/>
              <a:cxnLst/>
              <a:rect l="l" t="t" r="r" b="b"/>
              <a:pathLst>
                <a:path w="209926" h="164174">
                  <a:moveTo>
                    <a:pt x="209926" y="55055"/>
                  </a:moveTo>
                  <a:lnTo>
                    <a:pt x="144016" y="164174"/>
                  </a:lnTo>
                  <a:lnTo>
                    <a:pt x="0" y="890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8" name="Polygon 218"/>
            <p:cNvSpPr/>
            <p:nvPr/>
          </p:nvSpPr>
          <p:spPr>
            <a:xfrm>
              <a:off x="8800651" y="2717825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06"/>
                  </a:moveTo>
                  <a:lnTo>
                    <a:pt x="144016" y="113423"/>
                  </a:lnTo>
                  <a:lnTo>
                    <a:pt x="0" y="778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19" name="Polygon 219"/>
            <p:cNvSpPr/>
            <p:nvPr/>
          </p:nvSpPr>
          <p:spPr>
            <a:xfrm>
              <a:off x="4973192" y="2701663"/>
              <a:ext cx="209926" cy="98319"/>
            </a:xfrm>
            <a:custGeom>
              <a:avLst/>
              <a:gdLst/>
              <a:ahLst/>
              <a:cxnLst/>
              <a:rect l="l" t="t" r="r" b="b"/>
              <a:pathLst>
                <a:path w="209926" h="98319">
                  <a:moveTo>
                    <a:pt x="209926" y="24429"/>
                  </a:moveTo>
                  <a:lnTo>
                    <a:pt x="144016" y="98319"/>
                  </a:lnTo>
                  <a:lnTo>
                    <a:pt x="0" y="758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0" name="Polygon 220"/>
            <p:cNvSpPr/>
            <p:nvPr/>
          </p:nvSpPr>
          <p:spPr>
            <a:xfrm>
              <a:off x="4619250" y="2717641"/>
              <a:ext cx="209926" cy="110465"/>
            </a:xfrm>
            <a:custGeom>
              <a:avLst/>
              <a:gdLst/>
              <a:ahLst/>
              <a:cxnLst/>
              <a:rect l="l" t="t" r="r" b="b"/>
              <a:pathLst>
                <a:path w="209926" h="110465">
                  <a:moveTo>
                    <a:pt x="209926" y="31963"/>
                  </a:moveTo>
                  <a:lnTo>
                    <a:pt x="144016" y="110465"/>
                  </a:lnTo>
                  <a:lnTo>
                    <a:pt x="0" y="780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1" name="Polygon 221"/>
            <p:cNvSpPr/>
            <p:nvPr/>
          </p:nvSpPr>
          <p:spPr>
            <a:xfrm>
              <a:off x="5327134" y="2679781"/>
              <a:ext cx="209926" cy="85345"/>
            </a:xfrm>
            <a:custGeom>
              <a:avLst/>
              <a:gdLst/>
              <a:ahLst/>
              <a:cxnLst/>
              <a:rect l="l" t="t" r="r" b="b"/>
              <a:pathLst>
                <a:path w="209926" h="85345">
                  <a:moveTo>
                    <a:pt x="209926" y="24106"/>
                  </a:moveTo>
                  <a:lnTo>
                    <a:pt x="144016" y="85345"/>
                  </a:lnTo>
                  <a:lnTo>
                    <a:pt x="0" y="663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2" name="Polygon 222"/>
            <p:cNvSpPr/>
            <p:nvPr/>
          </p:nvSpPr>
          <p:spPr>
            <a:xfrm>
              <a:off x="8446708" y="2724473"/>
              <a:ext cx="209927" cy="113427"/>
            </a:xfrm>
            <a:custGeom>
              <a:avLst/>
              <a:gdLst/>
              <a:ahLst/>
              <a:cxnLst/>
              <a:rect l="l" t="t" r="r" b="b"/>
              <a:pathLst>
                <a:path w="209927" h="113427">
                  <a:moveTo>
                    <a:pt x="209927" y="35583"/>
                  </a:moveTo>
                  <a:lnTo>
                    <a:pt x="144017" y="113427"/>
                  </a:lnTo>
                  <a:lnTo>
                    <a:pt x="0" y="778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3" name="Polygon 223"/>
            <p:cNvSpPr/>
            <p:nvPr/>
          </p:nvSpPr>
          <p:spPr>
            <a:xfrm>
              <a:off x="4265306" y="2725869"/>
              <a:ext cx="209926" cy="113200"/>
            </a:xfrm>
            <a:custGeom>
              <a:avLst/>
              <a:gdLst/>
              <a:ahLst/>
              <a:cxnLst/>
              <a:rect l="l" t="t" r="r" b="b"/>
              <a:pathLst>
                <a:path w="209926" h="113200">
                  <a:moveTo>
                    <a:pt x="209926" y="35338"/>
                  </a:moveTo>
                  <a:lnTo>
                    <a:pt x="144016" y="113200"/>
                  </a:lnTo>
                  <a:lnTo>
                    <a:pt x="0" y="776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4" name="Polygon 224"/>
            <p:cNvSpPr/>
            <p:nvPr/>
          </p:nvSpPr>
          <p:spPr>
            <a:xfrm>
              <a:off x="8092766" y="2731198"/>
              <a:ext cx="209926" cy="113419"/>
            </a:xfrm>
            <a:custGeom>
              <a:avLst/>
              <a:gdLst/>
              <a:ahLst/>
              <a:cxnLst/>
              <a:rect l="l" t="t" r="r" b="b"/>
              <a:pathLst>
                <a:path w="209926" h="113419">
                  <a:moveTo>
                    <a:pt x="209926" y="35581"/>
                  </a:moveTo>
                  <a:lnTo>
                    <a:pt x="144016" y="113419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5" name="Polygon 225"/>
            <p:cNvSpPr/>
            <p:nvPr/>
          </p:nvSpPr>
          <p:spPr>
            <a:xfrm>
              <a:off x="3911364" y="2732288"/>
              <a:ext cx="209926" cy="113222"/>
            </a:xfrm>
            <a:custGeom>
              <a:avLst/>
              <a:gdLst/>
              <a:ahLst/>
              <a:cxnLst/>
              <a:rect l="l" t="t" r="r" b="b"/>
              <a:pathLst>
                <a:path w="209926" h="113222">
                  <a:moveTo>
                    <a:pt x="209926" y="35636"/>
                  </a:moveTo>
                  <a:lnTo>
                    <a:pt x="144016" y="113222"/>
                  </a:lnTo>
                  <a:lnTo>
                    <a:pt x="0" y="776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6" name="Polygon 226"/>
            <p:cNvSpPr/>
            <p:nvPr/>
          </p:nvSpPr>
          <p:spPr>
            <a:xfrm>
              <a:off x="6676995" y="2783749"/>
              <a:ext cx="209926" cy="159050"/>
            </a:xfrm>
            <a:custGeom>
              <a:avLst/>
              <a:gdLst/>
              <a:ahLst/>
              <a:cxnLst/>
              <a:rect l="l" t="t" r="r" b="b"/>
              <a:pathLst>
                <a:path w="209926" h="159050">
                  <a:moveTo>
                    <a:pt x="209926" y="37936"/>
                  </a:moveTo>
                  <a:lnTo>
                    <a:pt x="144016" y="159050"/>
                  </a:lnTo>
                  <a:lnTo>
                    <a:pt x="0" y="1176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7" name="Polygon 227"/>
            <p:cNvSpPr/>
            <p:nvPr/>
          </p:nvSpPr>
          <p:spPr>
            <a:xfrm>
              <a:off x="7738823" y="2737648"/>
              <a:ext cx="209926" cy="113288"/>
            </a:xfrm>
            <a:custGeom>
              <a:avLst/>
              <a:gdLst/>
              <a:ahLst/>
              <a:cxnLst/>
              <a:rect l="l" t="t" r="r" b="b"/>
              <a:pathLst>
                <a:path w="209926" h="113288">
                  <a:moveTo>
                    <a:pt x="209926" y="35750"/>
                  </a:moveTo>
                  <a:lnTo>
                    <a:pt x="144016" y="113288"/>
                  </a:lnTo>
                  <a:lnTo>
                    <a:pt x="0" y="777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8" name="Polygon 228"/>
            <p:cNvSpPr/>
            <p:nvPr/>
          </p:nvSpPr>
          <p:spPr>
            <a:xfrm>
              <a:off x="6323052" y="2794249"/>
              <a:ext cx="209927" cy="186089"/>
            </a:xfrm>
            <a:custGeom>
              <a:avLst/>
              <a:gdLst/>
              <a:ahLst/>
              <a:cxnLst/>
              <a:rect l="l" t="t" r="r" b="b"/>
              <a:pathLst>
                <a:path w="209927" h="186089">
                  <a:moveTo>
                    <a:pt x="209927" y="55955"/>
                  </a:moveTo>
                  <a:lnTo>
                    <a:pt x="144017" y="186089"/>
                  </a:lnTo>
                  <a:lnTo>
                    <a:pt x="0" y="1091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29" name="Polygon 229"/>
            <p:cNvSpPr/>
            <p:nvPr/>
          </p:nvSpPr>
          <p:spPr>
            <a:xfrm>
              <a:off x="5825094" y="2712506"/>
              <a:ext cx="209926" cy="123875"/>
            </a:xfrm>
            <a:custGeom>
              <a:avLst/>
              <a:gdLst/>
              <a:ahLst/>
              <a:cxnLst/>
              <a:rect l="l" t="t" r="r" b="b"/>
              <a:pathLst>
                <a:path w="209926" h="123875">
                  <a:moveTo>
                    <a:pt x="209926" y="51028"/>
                  </a:moveTo>
                  <a:lnTo>
                    <a:pt x="144016" y="123875"/>
                  </a:lnTo>
                  <a:lnTo>
                    <a:pt x="0" y="619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0" name="Polygon 230"/>
            <p:cNvSpPr/>
            <p:nvPr/>
          </p:nvSpPr>
          <p:spPr>
            <a:xfrm>
              <a:off x="7384880" y="2744374"/>
              <a:ext cx="209927" cy="114449"/>
            </a:xfrm>
            <a:custGeom>
              <a:avLst/>
              <a:gdLst/>
              <a:ahLst/>
              <a:cxnLst/>
              <a:rect l="l" t="t" r="r" b="b"/>
              <a:pathLst>
                <a:path w="209927" h="114449">
                  <a:moveTo>
                    <a:pt x="209927" y="35483"/>
                  </a:moveTo>
                  <a:lnTo>
                    <a:pt x="144017" y="114449"/>
                  </a:lnTo>
                  <a:lnTo>
                    <a:pt x="0" y="810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1" name="Polygon 231"/>
            <p:cNvSpPr/>
            <p:nvPr/>
          </p:nvSpPr>
          <p:spPr>
            <a:xfrm>
              <a:off x="7030938" y="2758227"/>
              <a:ext cx="209926" cy="126159"/>
            </a:xfrm>
            <a:custGeom>
              <a:avLst/>
              <a:gdLst/>
              <a:ahLst/>
              <a:cxnLst/>
              <a:rect l="l" t="t" r="r" b="b"/>
              <a:pathLst>
                <a:path w="209926" h="126159">
                  <a:moveTo>
                    <a:pt x="209926" y="33859"/>
                  </a:moveTo>
                  <a:lnTo>
                    <a:pt x="144016" y="126159"/>
                  </a:lnTo>
                  <a:lnTo>
                    <a:pt x="0" y="9674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2" name="Polygon 232"/>
            <p:cNvSpPr/>
            <p:nvPr/>
          </p:nvSpPr>
          <p:spPr>
            <a:xfrm>
              <a:off x="8944667" y="2753432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08"/>
                  </a:moveTo>
                  <a:lnTo>
                    <a:pt x="144016" y="113422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3" name="Polygon 233"/>
            <p:cNvSpPr/>
            <p:nvPr/>
          </p:nvSpPr>
          <p:spPr>
            <a:xfrm>
              <a:off x="4763266" y="2749604"/>
              <a:ext cx="209926" cy="107484"/>
            </a:xfrm>
            <a:custGeom>
              <a:avLst/>
              <a:gdLst/>
              <a:ahLst/>
              <a:cxnLst/>
              <a:rect l="l" t="t" r="r" b="b"/>
              <a:pathLst>
                <a:path w="209926" h="107484">
                  <a:moveTo>
                    <a:pt x="209926" y="27943"/>
                  </a:moveTo>
                  <a:lnTo>
                    <a:pt x="144016" y="107484"/>
                  </a:lnTo>
                  <a:lnTo>
                    <a:pt x="0" y="785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4" name="Polygon 234"/>
            <p:cNvSpPr/>
            <p:nvPr/>
          </p:nvSpPr>
          <p:spPr>
            <a:xfrm>
              <a:off x="8590725" y="2760056"/>
              <a:ext cx="209926" cy="113419"/>
            </a:xfrm>
            <a:custGeom>
              <a:avLst/>
              <a:gdLst/>
              <a:ahLst/>
              <a:cxnLst/>
              <a:rect l="l" t="t" r="r" b="b"/>
              <a:pathLst>
                <a:path w="209926" h="113419">
                  <a:moveTo>
                    <a:pt x="209926" y="35592"/>
                  </a:moveTo>
                  <a:lnTo>
                    <a:pt x="144016" y="113419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5" name="Polygon 235"/>
            <p:cNvSpPr/>
            <p:nvPr/>
          </p:nvSpPr>
          <p:spPr>
            <a:xfrm>
              <a:off x="4409323" y="2761207"/>
              <a:ext cx="209927" cy="113108"/>
            </a:xfrm>
            <a:custGeom>
              <a:avLst/>
              <a:gdLst/>
              <a:ahLst/>
              <a:cxnLst/>
              <a:rect l="l" t="t" r="r" b="b"/>
              <a:pathLst>
                <a:path w="209927" h="113108">
                  <a:moveTo>
                    <a:pt x="209927" y="34441"/>
                  </a:moveTo>
                  <a:lnTo>
                    <a:pt x="144017" y="113108"/>
                  </a:lnTo>
                  <a:lnTo>
                    <a:pt x="0" y="7786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6" name="Polygon 236"/>
            <p:cNvSpPr/>
            <p:nvPr/>
          </p:nvSpPr>
          <p:spPr>
            <a:xfrm>
              <a:off x="5117208" y="2726092"/>
              <a:ext cx="209926" cy="91103"/>
            </a:xfrm>
            <a:custGeom>
              <a:avLst/>
              <a:gdLst/>
              <a:ahLst/>
              <a:cxnLst/>
              <a:rect l="l" t="t" r="r" b="b"/>
              <a:pathLst>
                <a:path w="209926" h="91103">
                  <a:moveTo>
                    <a:pt x="209926" y="19996"/>
                  </a:moveTo>
                  <a:lnTo>
                    <a:pt x="144016" y="91103"/>
                  </a:lnTo>
                  <a:lnTo>
                    <a:pt x="0" y="738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7" name="Polygon 237"/>
            <p:cNvSpPr/>
            <p:nvPr/>
          </p:nvSpPr>
          <p:spPr>
            <a:xfrm>
              <a:off x="5471150" y="2703887"/>
              <a:ext cx="209927" cy="87192"/>
            </a:xfrm>
            <a:custGeom>
              <a:avLst/>
              <a:gdLst/>
              <a:ahLst/>
              <a:cxnLst/>
              <a:rect l="l" t="t" r="r" b="b"/>
              <a:pathLst>
                <a:path w="209927" h="87192">
                  <a:moveTo>
                    <a:pt x="209927" y="28906"/>
                  </a:moveTo>
                  <a:lnTo>
                    <a:pt x="144017" y="87192"/>
                  </a:lnTo>
                  <a:lnTo>
                    <a:pt x="0" y="612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8" name="Polygon 238"/>
            <p:cNvSpPr/>
            <p:nvPr/>
          </p:nvSpPr>
          <p:spPr>
            <a:xfrm>
              <a:off x="6467069" y="2850204"/>
              <a:ext cx="209926" cy="197348"/>
            </a:xfrm>
            <a:custGeom>
              <a:avLst/>
              <a:gdLst/>
              <a:ahLst/>
              <a:cxnLst/>
              <a:rect l="l" t="t" r="r" b="b"/>
              <a:pathLst>
                <a:path w="209926" h="197348">
                  <a:moveTo>
                    <a:pt x="209926" y="51156"/>
                  </a:moveTo>
                  <a:lnTo>
                    <a:pt x="144016" y="197348"/>
                  </a:lnTo>
                  <a:lnTo>
                    <a:pt x="0" y="1301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39" name="Polygon 239"/>
            <p:cNvSpPr/>
            <p:nvPr/>
          </p:nvSpPr>
          <p:spPr>
            <a:xfrm>
              <a:off x="5969110" y="2763534"/>
              <a:ext cx="209926" cy="158178"/>
            </a:xfrm>
            <a:custGeom>
              <a:avLst/>
              <a:gdLst/>
              <a:ahLst/>
              <a:cxnLst/>
              <a:rect l="l" t="t" r="r" b="b"/>
              <a:pathLst>
                <a:path w="209926" h="158178">
                  <a:moveTo>
                    <a:pt x="209926" y="64696"/>
                  </a:moveTo>
                  <a:lnTo>
                    <a:pt x="144016" y="158178"/>
                  </a:lnTo>
                  <a:lnTo>
                    <a:pt x="0" y="728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0" name="Polygon 240"/>
            <p:cNvSpPr/>
            <p:nvPr/>
          </p:nvSpPr>
          <p:spPr>
            <a:xfrm>
              <a:off x="8236782" y="2766778"/>
              <a:ext cx="209926" cy="113389"/>
            </a:xfrm>
            <a:custGeom>
              <a:avLst/>
              <a:gdLst/>
              <a:ahLst/>
              <a:cxnLst/>
              <a:rect l="l" t="t" r="r" b="b"/>
              <a:pathLst>
                <a:path w="209926" h="113389">
                  <a:moveTo>
                    <a:pt x="209926" y="35560"/>
                  </a:moveTo>
                  <a:lnTo>
                    <a:pt x="144016" y="113389"/>
                  </a:lnTo>
                  <a:lnTo>
                    <a:pt x="0" y="778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1" name="Polygon 241"/>
            <p:cNvSpPr/>
            <p:nvPr/>
          </p:nvSpPr>
          <p:spPr>
            <a:xfrm>
              <a:off x="4055380" y="2767924"/>
              <a:ext cx="209926" cy="113170"/>
            </a:xfrm>
            <a:custGeom>
              <a:avLst/>
              <a:gdLst/>
              <a:ahLst/>
              <a:cxnLst/>
              <a:rect l="l" t="t" r="r" b="b"/>
              <a:pathLst>
                <a:path w="209926" h="113170">
                  <a:moveTo>
                    <a:pt x="209926" y="35620"/>
                  </a:moveTo>
                  <a:lnTo>
                    <a:pt x="144016" y="113170"/>
                  </a:lnTo>
                  <a:lnTo>
                    <a:pt x="0" y="775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2" name="Polygon 242"/>
            <p:cNvSpPr/>
            <p:nvPr/>
          </p:nvSpPr>
          <p:spPr>
            <a:xfrm>
              <a:off x="6821012" y="2821685"/>
              <a:ext cx="209926" cy="150897"/>
            </a:xfrm>
            <a:custGeom>
              <a:avLst/>
              <a:gdLst/>
              <a:ahLst/>
              <a:cxnLst/>
              <a:rect l="l" t="t" r="r" b="b"/>
              <a:pathLst>
                <a:path w="209926" h="150897">
                  <a:moveTo>
                    <a:pt x="209926" y="33287"/>
                  </a:moveTo>
                  <a:lnTo>
                    <a:pt x="144016" y="150897"/>
                  </a:lnTo>
                  <a:lnTo>
                    <a:pt x="0" y="1211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3" name="Polygon 243"/>
            <p:cNvSpPr/>
            <p:nvPr/>
          </p:nvSpPr>
          <p:spPr>
            <a:xfrm>
              <a:off x="7882840" y="2773398"/>
              <a:ext cx="209926" cy="113139"/>
            </a:xfrm>
            <a:custGeom>
              <a:avLst/>
              <a:gdLst/>
              <a:ahLst/>
              <a:cxnLst/>
              <a:rect l="l" t="t" r="r" b="b"/>
              <a:pathLst>
                <a:path w="209926" h="113139">
                  <a:moveTo>
                    <a:pt x="209926" y="35643"/>
                  </a:moveTo>
                  <a:lnTo>
                    <a:pt x="144016" y="113139"/>
                  </a:lnTo>
                  <a:lnTo>
                    <a:pt x="0" y="775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4" name="Polygon 244"/>
            <p:cNvSpPr/>
            <p:nvPr/>
          </p:nvSpPr>
          <p:spPr>
            <a:xfrm>
              <a:off x="3701438" y="2774416"/>
              <a:ext cx="209926" cy="113197"/>
            </a:xfrm>
            <a:custGeom>
              <a:avLst/>
              <a:gdLst/>
              <a:ahLst/>
              <a:cxnLst/>
              <a:rect l="l" t="t" r="r" b="b"/>
              <a:pathLst>
                <a:path w="209926" h="113197">
                  <a:moveTo>
                    <a:pt x="209926" y="35558"/>
                  </a:moveTo>
                  <a:lnTo>
                    <a:pt x="144016" y="113197"/>
                  </a:lnTo>
                  <a:lnTo>
                    <a:pt x="0" y="777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5" name="Polygon 245"/>
            <p:cNvSpPr/>
            <p:nvPr/>
          </p:nvSpPr>
          <p:spPr>
            <a:xfrm>
              <a:off x="7528897" y="2779858"/>
              <a:ext cx="209926" cy="112964"/>
            </a:xfrm>
            <a:custGeom>
              <a:avLst/>
              <a:gdLst/>
              <a:ahLst/>
              <a:cxnLst/>
              <a:rect l="l" t="t" r="r" b="b"/>
              <a:pathLst>
                <a:path w="209926" h="112964">
                  <a:moveTo>
                    <a:pt x="209926" y="35517"/>
                  </a:moveTo>
                  <a:lnTo>
                    <a:pt x="144016" y="112964"/>
                  </a:lnTo>
                  <a:lnTo>
                    <a:pt x="0" y="789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6" name="Polygon 246"/>
            <p:cNvSpPr/>
            <p:nvPr/>
          </p:nvSpPr>
          <p:spPr>
            <a:xfrm>
              <a:off x="7174954" y="2792085"/>
              <a:ext cx="209926" cy="119799"/>
            </a:xfrm>
            <a:custGeom>
              <a:avLst/>
              <a:gdLst/>
              <a:ahLst/>
              <a:cxnLst/>
              <a:rect l="l" t="t" r="r" b="b"/>
              <a:pathLst>
                <a:path w="209926" h="119799">
                  <a:moveTo>
                    <a:pt x="209926" y="33318"/>
                  </a:moveTo>
                  <a:lnTo>
                    <a:pt x="144016" y="119799"/>
                  </a:lnTo>
                  <a:lnTo>
                    <a:pt x="0" y="923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7" name="Polygon 247"/>
            <p:cNvSpPr/>
            <p:nvPr/>
          </p:nvSpPr>
          <p:spPr>
            <a:xfrm>
              <a:off x="6113126" y="2828230"/>
              <a:ext cx="209926" cy="196667"/>
            </a:xfrm>
            <a:custGeom>
              <a:avLst/>
              <a:gdLst/>
              <a:ahLst/>
              <a:cxnLst/>
              <a:rect l="l" t="t" r="r" b="b"/>
              <a:pathLst>
                <a:path w="209926" h="196667">
                  <a:moveTo>
                    <a:pt x="209926" y="75139"/>
                  </a:moveTo>
                  <a:lnTo>
                    <a:pt x="144016" y="196667"/>
                  </a:lnTo>
                  <a:lnTo>
                    <a:pt x="0" y="934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8" name="Polygon 248"/>
            <p:cNvSpPr/>
            <p:nvPr/>
          </p:nvSpPr>
          <p:spPr>
            <a:xfrm>
              <a:off x="9088684" y="278904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49" name="Polygon 249"/>
            <p:cNvSpPr/>
            <p:nvPr/>
          </p:nvSpPr>
          <p:spPr>
            <a:xfrm>
              <a:off x="6611085" y="2901360"/>
              <a:ext cx="209926" cy="193654"/>
            </a:xfrm>
            <a:custGeom>
              <a:avLst/>
              <a:gdLst/>
              <a:ahLst/>
              <a:cxnLst/>
              <a:rect l="l" t="t" r="r" b="b"/>
              <a:pathLst>
                <a:path w="209926" h="193654">
                  <a:moveTo>
                    <a:pt x="209926" y="41439"/>
                  </a:moveTo>
                  <a:lnTo>
                    <a:pt x="144016" y="193654"/>
                  </a:lnTo>
                  <a:lnTo>
                    <a:pt x="0" y="1461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0" name="Polygon 250"/>
            <p:cNvSpPr/>
            <p:nvPr/>
          </p:nvSpPr>
          <p:spPr>
            <a:xfrm>
              <a:off x="8734741" y="2795648"/>
              <a:ext cx="209926" cy="113418"/>
            </a:xfrm>
            <a:custGeom>
              <a:avLst/>
              <a:gdLst/>
              <a:ahLst/>
              <a:cxnLst/>
              <a:rect l="l" t="t" r="r" b="b"/>
              <a:pathLst>
                <a:path w="209926" h="113418">
                  <a:moveTo>
                    <a:pt x="209926" y="35600"/>
                  </a:moveTo>
                  <a:lnTo>
                    <a:pt x="144016" y="113418"/>
                  </a:lnTo>
                  <a:lnTo>
                    <a:pt x="0" y="778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1" name="Polygon 251"/>
            <p:cNvSpPr/>
            <p:nvPr/>
          </p:nvSpPr>
          <p:spPr>
            <a:xfrm>
              <a:off x="6257142" y="2903369"/>
              <a:ext cx="209927" cy="227843"/>
            </a:xfrm>
            <a:custGeom>
              <a:avLst/>
              <a:gdLst/>
              <a:ahLst/>
              <a:cxnLst/>
              <a:rect l="l" t="t" r="r" b="b"/>
              <a:pathLst>
                <a:path w="209927" h="227843">
                  <a:moveTo>
                    <a:pt x="209927" y="76970"/>
                  </a:moveTo>
                  <a:lnTo>
                    <a:pt x="144017" y="227843"/>
                  </a:lnTo>
                  <a:lnTo>
                    <a:pt x="0" y="1215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2" name="Polygon 252"/>
            <p:cNvSpPr/>
            <p:nvPr/>
          </p:nvSpPr>
          <p:spPr>
            <a:xfrm>
              <a:off x="4553340" y="2795648"/>
              <a:ext cx="209926" cy="113293"/>
            </a:xfrm>
            <a:custGeom>
              <a:avLst/>
              <a:gdLst/>
              <a:ahLst/>
              <a:cxnLst/>
              <a:rect l="l" t="t" r="r" b="b"/>
              <a:pathLst>
                <a:path w="209926" h="113293">
                  <a:moveTo>
                    <a:pt x="209926" y="32457"/>
                  </a:moveTo>
                  <a:lnTo>
                    <a:pt x="144016" y="113293"/>
                  </a:lnTo>
                  <a:lnTo>
                    <a:pt x="0" y="786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3" name="Polygon 253"/>
            <p:cNvSpPr/>
            <p:nvPr/>
          </p:nvSpPr>
          <p:spPr>
            <a:xfrm>
              <a:off x="4907282" y="2777547"/>
              <a:ext cx="209926" cy="103762"/>
            </a:xfrm>
            <a:custGeom>
              <a:avLst/>
              <a:gdLst/>
              <a:ahLst/>
              <a:cxnLst/>
              <a:rect l="l" t="t" r="r" b="b"/>
              <a:pathLst>
                <a:path w="209926" h="103762">
                  <a:moveTo>
                    <a:pt x="209926" y="22435"/>
                  </a:moveTo>
                  <a:lnTo>
                    <a:pt x="144016" y="103762"/>
                  </a:lnTo>
                  <a:lnTo>
                    <a:pt x="0" y="795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4" name="Polygon 254"/>
            <p:cNvSpPr/>
            <p:nvPr/>
          </p:nvSpPr>
          <p:spPr>
            <a:xfrm>
              <a:off x="5615168" y="2732793"/>
              <a:ext cx="209926" cy="102552"/>
            </a:xfrm>
            <a:custGeom>
              <a:avLst/>
              <a:gdLst/>
              <a:ahLst/>
              <a:cxnLst/>
              <a:rect l="l" t="t" r="r" b="b"/>
              <a:pathLst>
                <a:path w="209926" h="102552">
                  <a:moveTo>
                    <a:pt x="209926" y="41619"/>
                  </a:moveTo>
                  <a:lnTo>
                    <a:pt x="144016" y="102552"/>
                  </a:lnTo>
                  <a:lnTo>
                    <a:pt x="0" y="582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5" name="Polygon 255"/>
            <p:cNvSpPr/>
            <p:nvPr/>
          </p:nvSpPr>
          <p:spPr>
            <a:xfrm>
              <a:off x="8380798" y="2802338"/>
              <a:ext cx="209927" cy="113385"/>
            </a:xfrm>
            <a:custGeom>
              <a:avLst/>
              <a:gdLst/>
              <a:ahLst/>
              <a:cxnLst/>
              <a:rect l="l" t="t" r="r" b="b"/>
              <a:pathLst>
                <a:path w="209927" h="113385">
                  <a:moveTo>
                    <a:pt x="209927" y="35562"/>
                  </a:moveTo>
                  <a:lnTo>
                    <a:pt x="144017" y="113385"/>
                  </a:lnTo>
                  <a:lnTo>
                    <a:pt x="0" y="7783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6" name="Polygon 256"/>
            <p:cNvSpPr/>
            <p:nvPr/>
          </p:nvSpPr>
          <p:spPr>
            <a:xfrm>
              <a:off x="4199396" y="2803544"/>
              <a:ext cx="209926" cy="113432"/>
            </a:xfrm>
            <a:custGeom>
              <a:avLst/>
              <a:gdLst/>
              <a:ahLst/>
              <a:cxnLst/>
              <a:rect l="l" t="t" r="r" b="b"/>
              <a:pathLst>
                <a:path w="209926" h="113432">
                  <a:moveTo>
                    <a:pt x="209926" y="35525"/>
                  </a:moveTo>
                  <a:lnTo>
                    <a:pt x="144016" y="113432"/>
                  </a:lnTo>
                  <a:lnTo>
                    <a:pt x="0" y="775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7" name="Polygon 257"/>
            <p:cNvSpPr/>
            <p:nvPr/>
          </p:nvSpPr>
          <p:spPr>
            <a:xfrm>
              <a:off x="5261224" y="2746088"/>
              <a:ext cx="209926" cy="87192"/>
            </a:xfrm>
            <a:custGeom>
              <a:avLst/>
              <a:gdLst/>
              <a:ahLst/>
              <a:cxnLst/>
              <a:rect l="l" t="t" r="r" b="b"/>
              <a:pathLst>
                <a:path w="209926" h="87192">
                  <a:moveTo>
                    <a:pt x="209926" y="19038"/>
                  </a:moveTo>
                  <a:lnTo>
                    <a:pt x="144016" y="87192"/>
                  </a:lnTo>
                  <a:lnTo>
                    <a:pt x="0" y="711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8" name="Polygon 258"/>
            <p:cNvSpPr/>
            <p:nvPr/>
          </p:nvSpPr>
          <p:spPr>
            <a:xfrm>
              <a:off x="8026856" y="2809041"/>
              <a:ext cx="209926" cy="113120"/>
            </a:xfrm>
            <a:custGeom>
              <a:avLst/>
              <a:gdLst/>
              <a:ahLst/>
              <a:cxnLst/>
              <a:rect l="l" t="t" r="r" b="b"/>
              <a:pathLst>
                <a:path w="209926" h="113120">
                  <a:moveTo>
                    <a:pt x="209926" y="35576"/>
                  </a:moveTo>
                  <a:lnTo>
                    <a:pt x="144016" y="113120"/>
                  </a:lnTo>
                  <a:lnTo>
                    <a:pt x="0" y="774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59" name="Polygon 259"/>
            <p:cNvSpPr/>
            <p:nvPr/>
          </p:nvSpPr>
          <p:spPr>
            <a:xfrm>
              <a:off x="3845454" y="2809974"/>
              <a:ext cx="209926" cy="113041"/>
            </a:xfrm>
            <a:custGeom>
              <a:avLst/>
              <a:gdLst/>
              <a:ahLst/>
              <a:cxnLst/>
              <a:rect l="l" t="t" r="r" b="b"/>
              <a:pathLst>
                <a:path w="209926" h="113041">
                  <a:moveTo>
                    <a:pt x="209926" y="35536"/>
                  </a:moveTo>
                  <a:lnTo>
                    <a:pt x="144016" y="113041"/>
                  </a:lnTo>
                  <a:lnTo>
                    <a:pt x="0" y="776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0" name="Polygon 260"/>
            <p:cNvSpPr/>
            <p:nvPr/>
          </p:nvSpPr>
          <p:spPr>
            <a:xfrm>
              <a:off x="6401159" y="2980338"/>
              <a:ext cx="209926" cy="240509"/>
            </a:xfrm>
            <a:custGeom>
              <a:avLst/>
              <a:gdLst/>
              <a:ahLst/>
              <a:cxnLst/>
              <a:rect l="l" t="t" r="r" b="b"/>
              <a:pathLst>
                <a:path w="209926" h="240509">
                  <a:moveTo>
                    <a:pt x="209926" y="67214"/>
                  </a:moveTo>
                  <a:lnTo>
                    <a:pt x="144016" y="240509"/>
                  </a:lnTo>
                  <a:lnTo>
                    <a:pt x="0" y="15087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1" name="Polygon 261"/>
            <p:cNvSpPr/>
            <p:nvPr/>
          </p:nvSpPr>
          <p:spPr>
            <a:xfrm>
              <a:off x="6965028" y="2854972"/>
              <a:ext cx="209926" cy="137677"/>
            </a:xfrm>
            <a:custGeom>
              <a:avLst/>
              <a:gdLst/>
              <a:ahLst/>
              <a:cxnLst/>
              <a:rect l="l" t="t" r="r" b="b"/>
              <a:pathLst>
                <a:path w="209926" h="137677">
                  <a:moveTo>
                    <a:pt x="209926" y="29413"/>
                  </a:moveTo>
                  <a:lnTo>
                    <a:pt x="144016" y="137677"/>
                  </a:lnTo>
                  <a:lnTo>
                    <a:pt x="0" y="1176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2" name="Polygon 262"/>
            <p:cNvSpPr/>
            <p:nvPr/>
          </p:nvSpPr>
          <p:spPr>
            <a:xfrm>
              <a:off x="7672913" y="2815375"/>
              <a:ext cx="209926" cy="112204"/>
            </a:xfrm>
            <a:custGeom>
              <a:avLst/>
              <a:gdLst/>
              <a:ahLst/>
              <a:cxnLst/>
              <a:rect l="l" t="t" r="r" b="b"/>
              <a:pathLst>
                <a:path w="209926" h="112204">
                  <a:moveTo>
                    <a:pt x="209926" y="35562"/>
                  </a:moveTo>
                  <a:lnTo>
                    <a:pt x="144016" y="112204"/>
                  </a:lnTo>
                  <a:lnTo>
                    <a:pt x="0" y="7744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3" name="Polygon 263"/>
            <p:cNvSpPr/>
            <p:nvPr/>
          </p:nvSpPr>
          <p:spPr>
            <a:xfrm>
              <a:off x="7318970" y="2825404"/>
              <a:ext cx="209927" cy="114339"/>
            </a:xfrm>
            <a:custGeom>
              <a:avLst/>
              <a:gdLst/>
              <a:ahLst/>
              <a:cxnLst/>
              <a:rect l="l" t="t" r="r" b="b"/>
              <a:pathLst>
                <a:path w="209927" h="114339">
                  <a:moveTo>
                    <a:pt x="209927" y="33419"/>
                  </a:moveTo>
                  <a:lnTo>
                    <a:pt x="144017" y="114339"/>
                  </a:lnTo>
                  <a:lnTo>
                    <a:pt x="0" y="8648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4" name="Polygon 264"/>
            <p:cNvSpPr/>
            <p:nvPr/>
          </p:nvSpPr>
          <p:spPr>
            <a:xfrm>
              <a:off x="9232700" y="2824651"/>
              <a:ext cx="209927" cy="113423"/>
            </a:xfrm>
            <a:custGeom>
              <a:avLst/>
              <a:gdLst/>
              <a:ahLst/>
              <a:cxnLst/>
              <a:rect l="l" t="t" r="r" b="b"/>
              <a:pathLst>
                <a:path w="209927" h="113423">
                  <a:moveTo>
                    <a:pt x="209927" y="35611"/>
                  </a:moveTo>
                  <a:lnTo>
                    <a:pt x="144017" y="113423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5" name="Polygon 265"/>
            <p:cNvSpPr/>
            <p:nvPr/>
          </p:nvSpPr>
          <p:spPr>
            <a:xfrm>
              <a:off x="5759184" y="2774412"/>
              <a:ext cx="209926" cy="134509"/>
            </a:xfrm>
            <a:custGeom>
              <a:avLst/>
              <a:gdLst/>
              <a:ahLst/>
              <a:cxnLst/>
              <a:rect l="l" t="t" r="r" b="b"/>
              <a:pathLst>
                <a:path w="209926" h="134509">
                  <a:moveTo>
                    <a:pt x="209926" y="61968"/>
                  </a:moveTo>
                  <a:lnTo>
                    <a:pt x="144016" y="134509"/>
                  </a:lnTo>
                  <a:lnTo>
                    <a:pt x="0" y="609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6" name="Polygon 266"/>
            <p:cNvSpPr/>
            <p:nvPr/>
          </p:nvSpPr>
          <p:spPr>
            <a:xfrm>
              <a:off x="6755101" y="2942799"/>
              <a:ext cx="209926" cy="175975"/>
            </a:xfrm>
            <a:custGeom>
              <a:avLst/>
              <a:gdLst/>
              <a:ahLst/>
              <a:cxnLst/>
              <a:rect l="l" t="t" r="r" b="b"/>
              <a:pathLst>
                <a:path w="209926" h="175975">
                  <a:moveTo>
                    <a:pt x="209926" y="29783"/>
                  </a:moveTo>
                  <a:lnTo>
                    <a:pt x="144016" y="175975"/>
                  </a:lnTo>
                  <a:lnTo>
                    <a:pt x="0" y="1522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7" name="Polygon 267"/>
            <p:cNvSpPr/>
            <p:nvPr/>
          </p:nvSpPr>
          <p:spPr>
            <a:xfrm>
              <a:off x="8878757" y="2831248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05"/>
                  </a:moveTo>
                  <a:lnTo>
                    <a:pt x="144016" y="113420"/>
                  </a:lnTo>
                  <a:lnTo>
                    <a:pt x="0" y="778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8" name="Polygon 268"/>
            <p:cNvSpPr/>
            <p:nvPr/>
          </p:nvSpPr>
          <p:spPr>
            <a:xfrm>
              <a:off x="6545175" y="3047552"/>
              <a:ext cx="209926" cy="229165"/>
            </a:xfrm>
            <a:custGeom>
              <a:avLst/>
              <a:gdLst/>
              <a:ahLst/>
              <a:cxnLst/>
              <a:rect l="l" t="t" r="r" b="b"/>
              <a:pathLst>
                <a:path w="209926" h="229165">
                  <a:moveTo>
                    <a:pt x="209926" y="47461"/>
                  </a:moveTo>
                  <a:lnTo>
                    <a:pt x="144016" y="229165"/>
                  </a:lnTo>
                  <a:lnTo>
                    <a:pt x="0" y="1732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69" name="Polygon 269"/>
            <p:cNvSpPr/>
            <p:nvPr/>
          </p:nvSpPr>
          <p:spPr>
            <a:xfrm>
              <a:off x="4697356" y="2828106"/>
              <a:ext cx="209926" cy="114378"/>
            </a:xfrm>
            <a:custGeom>
              <a:avLst/>
              <a:gdLst/>
              <a:ahLst/>
              <a:cxnLst/>
              <a:rect l="l" t="t" r="r" b="b"/>
              <a:pathLst>
                <a:path w="209926" h="114378">
                  <a:moveTo>
                    <a:pt x="209926" y="28982"/>
                  </a:moveTo>
                  <a:lnTo>
                    <a:pt x="144016" y="114378"/>
                  </a:lnTo>
                  <a:lnTo>
                    <a:pt x="0" y="808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0" name="Polygon 270"/>
            <p:cNvSpPr/>
            <p:nvPr/>
          </p:nvSpPr>
          <p:spPr>
            <a:xfrm>
              <a:off x="8524815" y="2837899"/>
              <a:ext cx="209926" cy="113393"/>
            </a:xfrm>
            <a:custGeom>
              <a:avLst/>
              <a:gdLst/>
              <a:ahLst/>
              <a:cxnLst/>
              <a:rect l="l" t="t" r="r" b="b"/>
              <a:pathLst>
                <a:path w="209926" h="113393">
                  <a:moveTo>
                    <a:pt x="209926" y="35576"/>
                  </a:moveTo>
                  <a:lnTo>
                    <a:pt x="144016" y="113393"/>
                  </a:lnTo>
                  <a:lnTo>
                    <a:pt x="0" y="778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1" name="Polygon 271"/>
            <p:cNvSpPr/>
            <p:nvPr/>
          </p:nvSpPr>
          <p:spPr>
            <a:xfrm>
              <a:off x="4343412" y="2839069"/>
              <a:ext cx="209927" cy="114671"/>
            </a:xfrm>
            <a:custGeom>
              <a:avLst/>
              <a:gdLst/>
              <a:ahLst/>
              <a:cxnLst/>
              <a:rect l="l" t="t" r="r" b="b"/>
              <a:pathLst>
                <a:path w="209927" h="114671">
                  <a:moveTo>
                    <a:pt x="209927" y="35246"/>
                  </a:moveTo>
                  <a:lnTo>
                    <a:pt x="144017" y="114671"/>
                  </a:lnTo>
                  <a:lnTo>
                    <a:pt x="0" y="779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2" name="Polygon 272"/>
            <p:cNvSpPr/>
            <p:nvPr/>
          </p:nvSpPr>
          <p:spPr>
            <a:xfrm>
              <a:off x="5051298" y="2799982"/>
              <a:ext cx="209926" cy="101034"/>
            </a:xfrm>
            <a:custGeom>
              <a:avLst/>
              <a:gdLst/>
              <a:ahLst/>
              <a:cxnLst/>
              <a:rect l="l" t="t" r="r" b="b"/>
              <a:pathLst>
                <a:path w="209926" h="101034">
                  <a:moveTo>
                    <a:pt x="209926" y="17213"/>
                  </a:moveTo>
                  <a:lnTo>
                    <a:pt x="144016" y="101034"/>
                  </a:lnTo>
                  <a:lnTo>
                    <a:pt x="0" y="8132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3" name="Polygon 273"/>
            <p:cNvSpPr/>
            <p:nvPr/>
          </p:nvSpPr>
          <p:spPr>
            <a:xfrm>
              <a:off x="5903200" y="2836380"/>
              <a:ext cx="209926" cy="179775"/>
            </a:xfrm>
            <a:custGeom>
              <a:avLst/>
              <a:gdLst/>
              <a:ahLst/>
              <a:cxnLst/>
              <a:rect l="l" t="t" r="r" b="b"/>
              <a:pathLst>
                <a:path w="209926" h="179775">
                  <a:moveTo>
                    <a:pt x="209926" y="85332"/>
                  </a:moveTo>
                  <a:lnTo>
                    <a:pt x="144016" y="179775"/>
                  </a:lnTo>
                  <a:lnTo>
                    <a:pt x="0" y="725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4" name="Polygon 274"/>
            <p:cNvSpPr/>
            <p:nvPr/>
          </p:nvSpPr>
          <p:spPr>
            <a:xfrm>
              <a:off x="8170872" y="2844616"/>
              <a:ext cx="209926" cy="113177"/>
            </a:xfrm>
            <a:custGeom>
              <a:avLst/>
              <a:gdLst/>
              <a:ahLst/>
              <a:cxnLst/>
              <a:rect l="l" t="t" r="r" b="b"/>
              <a:pathLst>
                <a:path w="209926" h="113177">
                  <a:moveTo>
                    <a:pt x="209926" y="35551"/>
                  </a:moveTo>
                  <a:lnTo>
                    <a:pt x="144016" y="113177"/>
                  </a:lnTo>
                  <a:lnTo>
                    <a:pt x="0" y="775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5" name="Polygon 275"/>
            <p:cNvSpPr/>
            <p:nvPr/>
          </p:nvSpPr>
          <p:spPr>
            <a:xfrm>
              <a:off x="3989470" y="2845510"/>
              <a:ext cx="209926" cy="113043"/>
            </a:xfrm>
            <a:custGeom>
              <a:avLst/>
              <a:gdLst/>
              <a:ahLst/>
              <a:cxnLst/>
              <a:rect l="l" t="t" r="r" b="b"/>
              <a:pathLst>
                <a:path w="209926" h="113043">
                  <a:moveTo>
                    <a:pt x="209926" y="35584"/>
                  </a:moveTo>
                  <a:lnTo>
                    <a:pt x="144016" y="113043"/>
                  </a:lnTo>
                  <a:lnTo>
                    <a:pt x="0" y="775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6" name="Polygon 276"/>
            <p:cNvSpPr/>
            <p:nvPr/>
          </p:nvSpPr>
          <p:spPr>
            <a:xfrm>
              <a:off x="5405240" y="2765126"/>
              <a:ext cx="209927" cy="92386"/>
            </a:xfrm>
            <a:custGeom>
              <a:avLst/>
              <a:gdLst/>
              <a:ahLst/>
              <a:cxnLst/>
              <a:rect l="l" t="t" r="r" b="b"/>
              <a:pathLst>
                <a:path w="209927" h="92386">
                  <a:moveTo>
                    <a:pt x="209927" y="25953"/>
                  </a:moveTo>
                  <a:lnTo>
                    <a:pt x="144017" y="92386"/>
                  </a:lnTo>
                  <a:lnTo>
                    <a:pt x="0" y="6815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7" name="Polygon 277"/>
            <p:cNvSpPr/>
            <p:nvPr/>
          </p:nvSpPr>
          <p:spPr>
            <a:xfrm>
              <a:off x="6047216" y="2921712"/>
              <a:ext cx="209926" cy="227395"/>
            </a:xfrm>
            <a:custGeom>
              <a:avLst/>
              <a:gdLst/>
              <a:ahLst/>
              <a:cxnLst/>
              <a:rect l="l" t="t" r="r" b="b"/>
              <a:pathLst>
                <a:path w="209926" h="227395">
                  <a:moveTo>
                    <a:pt x="209926" y="103185"/>
                  </a:moveTo>
                  <a:lnTo>
                    <a:pt x="144016" y="227395"/>
                  </a:lnTo>
                  <a:lnTo>
                    <a:pt x="0" y="944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8" name="Polygon 278"/>
            <p:cNvSpPr/>
            <p:nvPr/>
          </p:nvSpPr>
          <p:spPr>
            <a:xfrm>
              <a:off x="6191232" y="3024897"/>
              <a:ext cx="209927" cy="261669"/>
            </a:xfrm>
            <a:custGeom>
              <a:avLst/>
              <a:gdLst/>
              <a:ahLst/>
              <a:cxnLst/>
              <a:rect l="l" t="t" r="r" b="b"/>
              <a:pathLst>
                <a:path w="209927" h="261669">
                  <a:moveTo>
                    <a:pt x="209927" y="106314"/>
                  </a:moveTo>
                  <a:lnTo>
                    <a:pt x="144017" y="261669"/>
                  </a:lnTo>
                  <a:lnTo>
                    <a:pt x="0" y="1242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79" name="Polygon 279"/>
            <p:cNvSpPr/>
            <p:nvPr/>
          </p:nvSpPr>
          <p:spPr>
            <a:xfrm>
              <a:off x="7816929" y="2850936"/>
              <a:ext cx="209926" cy="112059"/>
            </a:xfrm>
            <a:custGeom>
              <a:avLst/>
              <a:gdLst/>
              <a:ahLst/>
              <a:cxnLst/>
              <a:rect l="l" t="t" r="r" b="b"/>
              <a:pathLst>
                <a:path w="209926" h="112059">
                  <a:moveTo>
                    <a:pt x="209926" y="35601"/>
                  </a:moveTo>
                  <a:lnTo>
                    <a:pt x="144016" y="112059"/>
                  </a:lnTo>
                  <a:lnTo>
                    <a:pt x="0" y="766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0" name="Polygon 280"/>
            <p:cNvSpPr/>
            <p:nvPr/>
          </p:nvSpPr>
          <p:spPr>
            <a:xfrm>
              <a:off x="3635528" y="2852152"/>
              <a:ext cx="209926" cy="113094"/>
            </a:xfrm>
            <a:custGeom>
              <a:avLst/>
              <a:gdLst/>
              <a:ahLst/>
              <a:cxnLst/>
              <a:rect l="l" t="t" r="r" b="b"/>
              <a:pathLst>
                <a:path w="209926" h="113094">
                  <a:moveTo>
                    <a:pt x="209926" y="35462"/>
                  </a:moveTo>
                  <a:lnTo>
                    <a:pt x="144016" y="113094"/>
                  </a:lnTo>
                  <a:lnTo>
                    <a:pt x="0" y="777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1" name="Polygon 281"/>
            <p:cNvSpPr/>
            <p:nvPr/>
          </p:nvSpPr>
          <p:spPr>
            <a:xfrm>
              <a:off x="7109044" y="2884385"/>
              <a:ext cx="209926" cy="123533"/>
            </a:xfrm>
            <a:custGeom>
              <a:avLst/>
              <a:gdLst/>
              <a:ahLst/>
              <a:cxnLst/>
              <a:rect l="l" t="t" r="r" b="b"/>
              <a:pathLst>
                <a:path w="209926" h="123533">
                  <a:moveTo>
                    <a:pt x="209926" y="27499"/>
                  </a:moveTo>
                  <a:lnTo>
                    <a:pt x="144016" y="123533"/>
                  </a:lnTo>
                  <a:lnTo>
                    <a:pt x="0" y="1082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2" name="Polygon 282"/>
            <p:cNvSpPr/>
            <p:nvPr/>
          </p:nvSpPr>
          <p:spPr>
            <a:xfrm>
              <a:off x="6335249" y="3131211"/>
              <a:ext cx="209926" cy="268788"/>
            </a:xfrm>
            <a:custGeom>
              <a:avLst/>
              <a:gdLst/>
              <a:ahLst/>
              <a:cxnLst/>
              <a:rect l="l" t="t" r="r" b="b"/>
              <a:pathLst>
                <a:path w="209926" h="268788">
                  <a:moveTo>
                    <a:pt x="209926" y="89636"/>
                  </a:moveTo>
                  <a:lnTo>
                    <a:pt x="144016" y="268788"/>
                  </a:lnTo>
                  <a:lnTo>
                    <a:pt x="0" y="1553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3" name="Polygon 283"/>
            <p:cNvSpPr/>
            <p:nvPr/>
          </p:nvSpPr>
          <p:spPr>
            <a:xfrm>
              <a:off x="7462987" y="2858823"/>
              <a:ext cx="209926" cy="110826"/>
            </a:xfrm>
            <a:custGeom>
              <a:avLst/>
              <a:gdLst/>
              <a:ahLst/>
              <a:cxnLst/>
              <a:rect l="l" t="t" r="r" b="b"/>
              <a:pathLst>
                <a:path w="209926" h="110826">
                  <a:moveTo>
                    <a:pt x="209926" y="33999"/>
                  </a:moveTo>
                  <a:lnTo>
                    <a:pt x="144016" y="110826"/>
                  </a:lnTo>
                  <a:lnTo>
                    <a:pt x="0" y="809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4" name="Polygon 284"/>
            <p:cNvSpPr/>
            <p:nvPr/>
          </p:nvSpPr>
          <p:spPr>
            <a:xfrm>
              <a:off x="9376717" y="286026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5" name="Polygon 285"/>
            <p:cNvSpPr/>
            <p:nvPr/>
          </p:nvSpPr>
          <p:spPr>
            <a:xfrm>
              <a:off x="9022773" y="2866854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10"/>
                  </a:moveTo>
                  <a:lnTo>
                    <a:pt x="144016" y="113422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6" name="Polygon 286"/>
            <p:cNvSpPr/>
            <p:nvPr/>
          </p:nvSpPr>
          <p:spPr>
            <a:xfrm>
              <a:off x="6899118" y="2972582"/>
              <a:ext cx="209926" cy="150202"/>
            </a:xfrm>
            <a:custGeom>
              <a:avLst/>
              <a:gdLst/>
              <a:ahLst/>
              <a:cxnLst/>
              <a:rect l="l" t="t" r="r" b="b"/>
              <a:pathLst>
                <a:path w="209926" h="150202">
                  <a:moveTo>
                    <a:pt x="209926" y="20067"/>
                  </a:moveTo>
                  <a:lnTo>
                    <a:pt x="144016" y="150202"/>
                  </a:lnTo>
                  <a:lnTo>
                    <a:pt x="0" y="1461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7" name="Polygon 287"/>
            <p:cNvSpPr/>
            <p:nvPr/>
          </p:nvSpPr>
          <p:spPr>
            <a:xfrm>
              <a:off x="6479265" y="3220847"/>
              <a:ext cx="209926" cy="243946"/>
            </a:xfrm>
            <a:custGeom>
              <a:avLst/>
              <a:gdLst/>
              <a:ahLst/>
              <a:cxnLst/>
              <a:rect l="l" t="t" r="r" b="b"/>
              <a:pathLst>
                <a:path w="209926" h="243946">
                  <a:moveTo>
                    <a:pt x="209926" y="55870"/>
                  </a:moveTo>
                  <a:lnTo>
                    <a:pt x="144016" y="243946"/>
                  </a:lnTo>
                  <a:lnTo>
                    <a:pt x="0" y="17915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8" name="Polygon 288"/>
            <p:cNvSpPr/>
            <p:nvPr/>
          </p:nvSpPr>
          <p:spPr>
            <a:xfrm>
              <a:off x="6689191" y="3095013"/>
              <a:ext cx="209926" cy="197057"/>
            </a:xfrm>
            <a:custGeom>
              <a:avLst/>
              <a:gdLst/>
              <a:ahLst/>
              <a:cxnLst/>
              <a:rect l="l" t="t" r="r" b="b"/>
              <a:pathLst>
                <a:path w="209926" h="197057">
                  <a:moveTo>
                    <a:pt x="209926" y="23761"/>
                  </a:moveTo>
                  <a:lnTo>
                    <a:pt x="144016" y="197057"/>
                  </a:lnTo>
                  <a:lnTo>
                    <a:pt x="0" y="1817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89" name="Polygon 289"/>
            <p:cNvSpPr/>
            <p:nvPr/>
          </p:nvSpPr>
          <p:spPr>
            <a:xfrm>
              <a:off x="4841372" y="2857088"/>
              <a:ext cx="209926" cy="117451"/>
            </a:xfrm>
            <a:custGeom>
              <a:avLst/>
              <a:gdLst/>
              <a:ahLst/>
              <a:cxnLst/>
              <a:rect l="l" t="t" r="r" b="b"/>
              <a:pathLst>
                <a:path w="209926" h="117451">
                  <a:moveTo>
                    <a:pt x="209926" y="24221"/>
                  </a:moveTo>
                  <a:lnTo>
                    <a:pt x="144016" y="117451"/>
                  </a:lnTo>
                  <a:lnTo>
                    <a:pt x="0" y="853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0" name="Polygon 290"/>
            <p:cNvSpPr/>
            <p:nvPr/>
          </p:nvSpPr>
          <p:spPr>
            <a:xfrm>
              <a:off x="8668831" y="2873475"/>
              <a:ext cx="209926" cy="113406"/>
            </a:xfrm>
            <a:custGeom>
              <a:avLst/>
              <a:gdLst/>
              <a:ahLst/>
              <a:cxnLst/>
              <a:rect l="l" t="t" r="r" b="b"/>
              <a:pathLst>
                <a:path w="209926" h="113406">
                  <a:moveTo>
                    <a:pt x="209926" y="35591"/>
                  </a:moveTo>
                  <a:lnTo>
                    <a:pt x="144016" y="113406"/>
                  </a:lnTo>
                  <a:lnTo>
                    <a:pt x="0" y="778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1" name="Polygon 291"/>
            <p:cNvSpPr/>
            <p:nvPr/>
          </p:nvSpPr>
          <p:spPr>
            <a:xfrm>
              <a:off x="4487429" y="2874315"/>
              <a:ext cx="209926" cy="118143"/>
            </a:xfrm>
            <a:custGeom>
              <a:avLst/>
              <a:gdLst/>
              <a:ahLst/>
              <a:cxnLst/>
              <a:rect l="l" t="t" r="r" b="b"/>
              <a:pathLst>
                <a:path w="209926" h="118143">
                  <a:moveTo>
                    <a:pt x="209926" y="34626"/>
                  </a:moveTo>
                  <a:lnTo>
                    <a:pt x="144016" y="118143"/>
                  </a:lnTo>
                  <a:lnTo>
                    <a:pt x="0" y="794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2" name="Polygon 292"/>
            <p:cNvSpPr/>
            <p:nvPr/>
          </p:nvSpPr>
          <p:spPr>
            <a:xfrm>
              <a:off x="8314888" y="2880168"/>
              <a:ext cx="209927" cy="113258"/>
            </a:xfrm>
            <a:custGeom>
              <a:avLst/>
              <a:gdLst/>
              <a:ahLst/>
              <a:cxnLst/>
              <a:rect l="l" t="t" r="r" b="b"/>
              <a:pathLst>
                <a:path w="209927" h="113258">
                  <a:moveTo>
                    <a:pt x="209927" y="35555"/>
                  </a:moveTo>
                  <a:lnTo>
                    <a:pt x="144017" y="113258"/>
                  </a:lnTo>
                  <a:lnTo>
                    <a:pt x="0" y="7762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3" name="Polygon 293"/>
            <p:cNvSpPr/>
            <p:nvPr/>
          </p:nvSpPr>
          <p:spPr>
            <a:xfrm>
              <a:off x="4133486" y="2881094"/>
              <a:ext cx="209926" cy="113822"/>
            </a:xfrm>
            <a:custGeom>
              <a:avLst/>
              <a:gdLst/>
              <a:ahLst/>
              <a:cxnLst/>
              <a:rect l="l" t="t" r="r" b="b"/>
              <a:pathLst>
                <a:path w="209926" h="113822">
                  <a:moveTo>
                    <a:pt x="209926" y="35882"/>
                  </a:moveTo>
                  <a:lnTo>
                    <a:pt x="144016" y="113822"/>
                  </a:lnTo>
                  <a:lnTo>
                    <a:pt x="0" y="774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4" name="Polygon 294"/>
            <p:cNvSpPr/>
            <p:nvPr/>
          </p:nvSpPr>
          <p:spPr>
            <a:xfrm>
              <a:off x="5549257" y="2791078"/>
              <a:ext cx="209926" cy="112242"/>
            </a:xfrm>
            <a:custGeom>
              <a:avLst/>
              <a:gdLst/>
              <a:ahLst/>
              <a:cxnLst/>
              <a:rect l="l" t="t" r="r" b="b"/>
              <a:pathLst>
                <a:path w="209926" h="112242">
                  <a:moveTo>
                    <a:pt x="209926" y="44266"/>
                  </a:moveTo>
                  <a:lnTo>
                    <a:pt x="144016" y="112242"/>
                  </a:lnTo>
                  <a:lnTo>
                    <a:pt x="0" y="664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5" name="Polygon 295"/>
            <p:cNvSpPr/>
            <p:nvPr/>
          </p:nvSpPr>
          <p:spPr>
            <a:xfrm>
              <a:off x="5195314" y="2817195"/>
              <a:ext cx="209926" cy="102552"/>
            </a:xfrm>
            <a:custGeom>
              <a:avLst/>
              <a:gdLst/>
              <a:ahLst/>
              <a:cxnLst/>
              <a:rect l="l" t="t" r="r" b="b"/>
              <a:pathLst>
                <a:path w="209926" h="102552">
                  <a:moveTo>
                    <a:pt x="209926" y="16085"/>
                  </a:moveTo>
                  <a:lnTo>
                    <a:pt x="144016" y="102552"/>
                  </a:lnTo>
                  <a:lnTo>
                    <a:pt x="0" y="838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6" name="Polygon 296"/>
            <p:cNvSpPr/>
            <p:nvPr/>
          </p:nvSpPr>
          <p:spPr>
            <a:xfrm>
              <a:off x="7960945" y="2886537"/>
              <a:ext cx="209926" cy="112286"/>
            </a:xfrm>
            <a:custGeom>
              <a:avLst/>
              <a:gdLst/>
              <a:ahLst/>
              <a:cxnLst/>
              <a:rect l="l" t="t" r="r" b="b"/>
              <a:pathLst>
                <a:path w="209926" h="112286">
                  <a:moveTo>
                    <a:pt x="209926" y="35624"/>
                  </a:moveTo>
                  <a:lnTo>
                    <a:pt x="144016" y="112286"/>
                  </a:lnTo>
                  <a:lnTo>
                    <a:pt x="0" y="764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7" name="Polygon 297"/>
            <p:cNvSpPr/>
            <p:nvPr/>
          </p:nvSpPr>
          <p:spPr>
            <a:xfrm>
              <a:off x="3779544" y="2887613"/>
              <a:ext cx="209926" cy="112892"/>
            </a:xfrm>
            <a:custGeom>
              <a:avLst/>
              <a:gdLst/>
              <a:ahLst/>
              <a:cxnLst/>
              <a:rect l="l" t="t" r="r" b="b"/>
              <a:pathLst>
                <a:path w="209926" h="112892">
                  <a:moveTo>
                    <a:pt x="209926" y="35402"/>
                  </a:moveTo>
                  <a:lnTo>
                    <a:pt x="144016" y="112892"/>
                  </a:lnTo>
                  <a:lnTo>
                    <a:pt x="0" y="776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8" name="Polygon 298"/>
            <p:cNvSpPr/>
            <p:nvPr/>
          </p:nvSpPr>
          <p:spPr>
            <a:xfrm>
              <a:off x="7253060" y="2911884"/>
              <a:ext cx="209927" cy="112203"/>
            </a:xfrm>
            <a:custGeom>
              <a:avLst/>
              <a:gdLst/>
              <a:ahLst/>
              <a:cxnLst/>
              <a:rect l="l" t="t" r="r" b="b"/>
              <a:pathLst>
                <a:path w="209927" h="112203">
                  <a:moveTo>
                    <a:pt x="209927" y="27859"/>
                  </a:moveTo>
                  <a:lnTo>
                    <a:pt x="144017" y="112203"/>
                  </a:lnTo>
                  <a:lnTo>
                    <a:pt x="0" y="960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299" name="Polygon 299"/>
            <p:cNvSpPr/>
            <p:nvPr/>
          </p:nvSpPr>
          <p:spPr>
            <a:xfrm>
              <a:off x="7607003" y="2892822"/>
              <a:ext cx="209926" cy="109416"/>
            </a:xfrm>
            <a:custGeom>
              <a:avLst/>
              <a:gdLst/>
              <a:ahLst/>
              <a:cxnLst/>
              <a:rect l="l" t="t" r="r" b="b"/>
              <a:pathLst>
                <a:path w="209926" h="109416">
                  <a:moveTo>
                    <a:pt x="209926" y="34757"/>
                  </a:moveTo>
                  <a:lnTo>
                    <a:pt x="144016" y="109416"/>
                  </a:lnTo>
                  <a:lnTo>
                    <a:pt x="0" y="768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0" name="Polygon 300"/>
            <p:cNvSpPr/>
            <p:nvPr/>
          </p:nvSpPr>
          <p:spPr>
            <a:xfrm>
              <a:off x="9520733" y="2895873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1" name="Polygon 301"/>
            <p:cNvSpPr/>
            <p:nvPr/>
          </p:nvSpPr>
          <p:spPr>
            <a:xfrm>
              <a:off x="6269339" y="3286566"/>
              <a:ext cx="209926" cy="250302"/>
            </a:xfrm>
            <a:custGeom>
              <a:avLst/>
              <a:gdLst/>
              <a:ahLst/>
              <a:cxnLst/>
              <a:rect l="l" t="t" r="r" b="b"/>
              <a:pathLst>
                <a:path w="209926" h="250302">
                  <a:moveTo>
                    <a:pt x="209926" y="113433"/>
                  </a:moveTo>
                  <a:lnTo>
                    <a:pt x="144016" y="250302"/>
                  </a:lnTo>
                  <a:lnTo>
                    <a:pt x="0" y="1230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2" name="Polygon 302"/>
            <p:cNvSpPr/>
            <p:nvPr/>
          </p:nvSpPr>
          <p:spPr>
            <a:xfrm>
              <a:off x="9166790" y="2902464"/>
              <a:ext cx="209927" cy="113423"/>
            </a:xfrm>
            <a:custGeom>
              <a:avLst/>
              <a:gdLst/>
              <a:ahLst/>
              <a:cxnLst/>
              <a:rect l="l" t="t" r="r" b="b"/>
              <a:pathLst>
                <a:path w="209927" h="113423">
                  <a:moveTo>
                    <a:pt x="209927" y="35610"/>
                  </a:moveTo>
                  <a:lnTo>
                    <a:pt x="144017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3" name="Polygon 303"/>
            <p:cNvSpPr/>
            <p:nvPr/>
          </p:nvSpPr>
          <p:spPr>
            <a:xfrm>
              <a:off x="6623281" y="3276717"/>
              <a:ext cx="209926" cy="194505"/>
            </a:xfrm>
            <a:custGeom>
              <a:avLst/>
              <a:gdLst/>
              <a:ahLst/>
              <a:cxnLst/>
              <a:rect l="l" t="t" r="r" b="b"/>
              <a:pathLst>
                <a:path w="209926" h="194505">
                  <a:moveTo>
                    <a:pt x="209926" y="15353"/>
                  </a:moveTo>
                  <a:lnTo>
                    <a:pt x="144016" y="194505"/>
                  </a:lnTo>
                  <a:lnTo>
                    <a:pt x="0" y="18807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4" name="Polygon 304"/>
            <p:cNvSpPr/>
            <p:nvPr/>
          </p:nvSpPr>
          <p:spPr>
            <a:xfrm>
              <a:off x="6125322" y="3149107"/>
              <a:ext cx="209927" cy="260459"/>
            </a:xfrm>
            <a:custGeom>
              <a:avLst/>
              <a:gdLst/>
              <a:ahLst/>
              <a:cxnLst/>
              <a:rect l="l" t="t" r="r" b="b"/>
              <a:pathLst>
                <a:path w="209927" h="260459">
                  <a:moveTo>
                    <a:pt x="209927" y="137459"/>
                  </a:moveTo>
                  <a:lnTo>
                    <a:pt x="144017" y="260459"/>
                  </a:lnTo>
                  <a:lnTo>
                    <a:pt x="0" y="1048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5" name="Polygon 305"/>
            <p:cNvSpPr/>
            <p:nvPr/>
          </p:nvSpPr>
          <p:spPr>
            <a:xfrm>
              <a:off x="5693273" y="2835345"/>
              <a:ext cx="209926" cy="148318"/>
            </a:xfrm>
            <a:custGeom>
              <a:avLst/>
              <a:gdLst/>
              <a:ahLst/>
              <a:cxnLst/>
              <a:rect l="l" t="t" r="r" b="b"/>
              <a:pathLst>
                <a:path w="209926" h="148318">
                  <a:moveTo>
                    <a:pt x="209926" y="73577"/>
                  </a:moveTo>
                  <a:lnTo>
                    <a:pt x="144016" y="148318"/>
                  </a:lnTo>
                  <a:lnTo>
                    <a:pt x="0" y="679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6" name="Polygon 306"/>
            <p:cNvSpPr/>
            <p:nvPr/>
          </p:nvSpPr>
          <p:spPr>
            <a:xfrm>
              <a:off x="8812847" y="2909066"/>
              <a:ext cx="209926" cy="113414"/>
            </a:xfrm>
            <a:custGeom>
              <a:avLst/>
              <a:gdLst/>
              <a:ahLst/>
              <a:cxnLst/>
              <a:rect l="l" t="t" r="r" b="b"/>
              <a:pathLst>
                <a:path w="209926" h="113414">
                  <a:moveTo>
                    <a:pt x="209926" y="35602"/>
                  </a:moveTo>
                  <a:lnTo>
                    <a:pt x="144016" y="113414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7" name="Polygon 307"/>
            <p:cNvSpPr/>
            <p:nvPr/>
          </p:nvSpPr>
          <p:spPr>
            <a:xfrm>
              <a:off x="4631446" y="2908942"/>
              <a:ext cx="209926" cy="125660"/>
            </a:xfrm>
            <a:custGeom>
              <a:avLst/>
              <a:gdLst/>
              <a:ahLst/>
              <a:cxnLst/>
              <a:rect l="l" t="t" r="r" b="b"/>
              <a:pathLst>
                <a:path w="209926" h="125660">
                  <a:moveTo>
                    <a:pt x="209926" y="33542"/>
                  </a:moveTo>
                  <a:lnTo>
                    <a:pt x="144016" y="125660"/>
                  </a:lnTo>
                  <a:lnTo>
                    <a:pt x="0" y="835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8" name="Polygon 308"/>
            <p:cNvSpPr/>
            <p:nvPr/>
          </p:nvSpPr>
          <p:spPr>
            <a:xfrm>
              <a:off x="4985388" y="2881309"/>
              <a:ext cx="209926" cy="123875"/>
            </a:xfrm>
            <a:custGeom>
              <a:avLst/>
              <a:gdLst/>
              <a:ahLst/>
              <a:cxnLst/>
              <a:rect l="l" t="t" r="r" b="b"/>
              <a:pathLst>
                <a:path w="209926" h="123875">
                  <a:moveTo>
                    <a:pt x="209926" y="19707"/>
                  </a:moveTo>
                  <a:lnTo>
                    <a:pt x="144016" y="123875"/>
                  </a:lnTo>
                  <a:lnTo>
                    <a:pt x="0" y="9323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09" name="Polygon 309"/>
            <p:cNvSpPr/>
            <p:nvPr/>
          </p:nvSpPr>
          <p:spPr>
            <a:xfrm>
              <a:off x="6413355" y="3399999"/>
              <a:ext cx="209926" cy="206863"/>
            </a:xfrm>
            <a:custGeom>
              <a:avLst/>
              <a:gdLst/>
              <a:ahLst/>
              <a:cxnLst/>
              <a:rect l="l" t="t" r="r" b="b"/>
              <a:pathLst>
                <a:path w="209926" h="206863">
                  <a:moveTo>
                    <a:pt x="209926" y="64794"/>
                  </a:moveTo>
                  <a:lnTo>
                    <a:pt x="144016" y="206863"/>
                  </a:lnTo>
                  <a:lnTo>
                    <a:pt x="0" y="1368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0" name="Polygon 310"/>
            <p:cNvSpPr/>
            <p:nvPr/>
          </p:nvSpPr>
          <p:spPr>
            <a:xfrm>
              <a:off x="5981306" y="3016155"/>
              <a:ext cx="209926" cy="237803"/>
            </a:xfrm>
            <a:custGeom>
              <a:avLst/>
              <a:gdLst/>
              <a:ahLst/>
              <a:cxnLst/>
              <a:rect l="l" t="t" r="r" b="b"/>
              <a:pathLst>
                <a:path w="209926" h="237803">
                  <a:moveTo>
                    <a:pt x="209926" y="132952"/>
                  </a:moveTo>
                  <a:lnTo>
                    <a:pt x="144016" y="237803"/>
                  </a:lnTo>
                  <a:lnTo>
                    <a:pt x="0" y="875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1" name="Polygon 311"/>
            <p:cNvSpPr/>
            <p:nvPr/>
          </p:nvSpPr>
          <p:spPr>
            <a:xfrm>
              <a:off x="8458905" y="2915723"/>
              <a:ext cx="209926" cy="113329"/>
            </a:xfrm>
            <a:custGeom>
              <a:avLst/>
              <a:gdLst/>
              <a:ahLst/>
              <a:cxnLst/>
              <a:rect l="l" t="t" r="r" b="b"/>
              <a:pathLst>
                <a:path w="209926" h="113329">
                  <a:moveTo>
                    <a:pt x="209926" y="35570"/>
                  </a:moveTo>
                  <a:lnTo>
                    <a:pt x="144016" y="113329"/>
                  </a:lnTo>
                  <a:lnTo>
                    <a:pt x="0" y="777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2" name="Polygon 312"/>
            <p:cNvSpPr/>
            <p:nvPr/>
          </p:nvSpPr>
          <p:spPr>
            <a:xfrm>
              <a:off x="4277502" y="2916976"/>
              <a:ext cx="209927" cy="116768"/>
            </a:xfrm>
            <a:custGeom>
              <a:avLst/>
              <a:gdLst/>
              <a:ahLst/>
              <a:cxnLst/>
              <a:rect l="l" t="t" r="r" b="b"/>
              <a:pathLst>
                <a:path w="209927" h="116768">
                  <a:moveTo>
                    <a:pt x="209927" y="36765"/>
                  </a:moveTo>
                  <a:lnTo>
                    <a:pt x="144017" y="116768"/>
                  </a:lnTo>
                  <a:lnTo>
                    <a:pt x="0" y="779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3" name="Polygon 313"/>
            <p:cNvSpPr/>
            <p:nvPr/>
          </p:nvSpPr>
          <p:spPr>
            <a:xfrm>
              <a:off x="7043134" y="2992649"/>
              <a:ext cx="209926" cy="130134"/>
            </a:xfrm>
            <a:custGeom>
              <a:avLst/>
              <a:gdLst/>
              <a:ahLst/>
              <a:cxnLst/>
              <a:rect l="l" t="t" r="r" b="b"/>
              <a:pathLst>
                <a:path w="209926" h="130134">
                  <a:moveTo>
                    <a:pt x="209926" y="15269"/>
                  </a:moveTo>
                  <a:lnTo>
                    <a:pt x="144016" y="124388"/>
                  </a:lnTo>
                  <a:lnTo>
                    <a:pt x="0" y="1301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4" name="Polygon 314"/>
            <p:cNvSpPr/>
            <p:nvPr/>
          </p:nvSpPr>
          <p:spPr>
            <a:xfrm>
              <a:off x="5837290" y="2908922"/>
              <a:ext cx="209926" cy="194738"/>
            </a:xfrm>
            <a:custGeom>
              <a:avLst/>
              <a:gdLst/>
              <a:ahLst/>
              <a:cxnLst/>
              <a:rect l="l" t="t" r="r" b="b"/>
              <a:pathLst>
                <a:path w="209926" h="194738">
                  <a:moveTo>
                    <a:pt x="209926" y="107233"/>
                  </a:moveTo>
                  <a:lnTo>
                    <a:pt x="144016" y="194738"/>
                  </a:lnTo>
                  <a:lnTo>
                    <a:pt x="0" y="747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5" name="Polygon 315"/>
            <p:cNvSpPr/>
            <p:nvPr/>
          </p:nvSpPr>
          <p:spPr>
            <a:xfrm>
              <a:off x="6833207" y="3118775"/>
              <a:ext cx="209926" cy="173296"/>
            </a:xfrm>
            <a:custGeom>
              <a:avLst/>
              <a:gdLst/>
              <a:ahLst/>
              <a:cxnLst/>
              <a:rect l="l" t="t" r="r" b="b"/>
              <a:pathLst>
                <a:path w="209926" h="173296">
                  <a:moveTo>
                    <a:pt x="209926" y="4009"/>
                  </a:moveTo>
                  <a:lnTo>
                    <a:pt x="144016" y="154882"/>
                  </a:lnTo>
                  <a:lnTo>
                    <a:pt x="0" y="1732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6" name="Polygon 316"/>
            <p:cNvSpPr/>
            <p:nvPr/>
          </p:nvSpPr>
          <p:spPr>
            <a:xfrm>
              <a:off x="8104962" y="2922160"/>
              <a:ext cx="209926" cy="112648"/>
            </a:xfrm>
            <a:custGeom>
              <a:avLst/>
              <a:gdLst/>
              <a:ahLst/>
              <a:cxnLst/>
              <a:rect l="l" t="t" r="r" b="b"/>
              <a:pathLst>
                <a:path w="209926" h="112648">
                  <a:moveTo>
                    <a:pt x="209926" y="35633"/>
                  </a:moveTo>
                  <a:lnTo>
                    <a:pt x="144016" y="112648"/>
                  </a:lnTo>
                  <a:lnTo>
                    <a:pt x="0" y="766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7" name="Polygon 317"/>
            <p:cNvSpPr/>
            <p:nvPr/>
          </p:nvSpPr>
          <p:spPr>
            <a:xfrm>
              <a:off x="3923560" y="2923015"/>
              <a:ext cx="209926" cy="112979"/>
            </a:xfrm>
            <a:custGeom>
              <a:avLst/>
              <a:gdLst/>
              <a:ahLst/>
              <a:cxnLst/>
              <a:rect l="l" t="t" r="r" b="b"/>
              <a:pathLst>
                <a:path w="209926" h="112979">
                  <a:moveTo>
                    <a:pt x="209926" y="35538"/>
                  </a:moveTo>
                  <a:lnTo>
                    <a:pt x="144016" y="112979"/>
                  </a:lnTo>
                  <a:lnTo>
                    <a:pt x="0" y="774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8" name="Polygon 318"/>
            <p:cNvSpPr/>
            <p:nvPr/>
          </p:nvSpPr>
          <p:spPr>
            <a:xfrm>
              <a:off x="5339330" y="2833280"/>
              <a:ext cx="209927" cy="112241"/>
            </a:xfrm>
            <a:custGeom>
              <a:avLst/>
              <a:gdLst/>
              <a:ahLst/>
              <a:cxnLst/>
              <a:rect l="l" t="t" r="r" b="b"/>
              <a:pathLst>
                <a:path w="209927" h="112241">
                  <a:moveTo>
                    <a:pt x="209927" y="24232"/>
                  </a:moveTo>
                  <a:lnTo>
                    <a:pt x="144017" y="112241"/>
                  </a:lnTo>
                  <a:lnTo>
                    <a:pt x="0" y="864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19" name="Polygon 319"/>
            <p:cNvSpPr/>
            <p:nvPr/>
          </p:nvSpPr>
          <p:spPr>
            <a:xfrm>
              <a:off x="7751019" y="2927578"/>
              <a:ext cx="209926" cy="109580"/>
            </a:xfrm>
            <a:custGeom>
              <a:avLst/>
              <a:gdLst/>
              <a:ahLst/>
              <a:cxnLst/>
              <a:rect l="l" t="t" r="r" b="b"/>
              <a:pathLst>
                <a:path w="209926" h="109580">
                  <a:moveTo>
                    <a:pt x="209926" y="35417"/>
                  </a:moveTo>
                  <a:lnTo>
                    <a:pt x="144016" y="109580"/>
                  </a:lnTo>
                  <a:lnTo>
                    <a:pt x="0" y="746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0" name="Polygon 320"/>
            <p:cNvSpPr/>
            <p:nvPr/>
          </p:nvSpPr>
          <p:spPr>
            <a:xfrm>
              <a:off x="3569618" y="2929883"/>
              <a:ext cx="209926" cy="113037"/>
            </a:xfrm>
            <a:custGeom>
              <a:avLst/>
              <a:gdLst/>
              <a:ahLst/>
              <a:cxnLst/>
              <a:rect l="l" t="t" r="r" b="b"/>
              <a:pathLst>
                <a:path w="209926" h="113037">
                  <a:moveTo>
                    <a:pt x="209926" y="35363"/>
                  </a:moveTo>
                  <a:lnTo>
                    <a:pt x="144016" y="113037"/>
                  </a:lnTo>
                  <a:lnTo>
                    <a:pt x="0" y="777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1" name="Polygon 321"/>
            <p:cNvSpPr/>
            <p:nvPr/>
          </p:nvSpPr>
          <p:spPr>
            <a:xfrm>
              <a:off x="9664749" y="2931485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2" name="Polygon 322"/>
            <p:cNvSpPr/>
            <p:nvPr/>
          </p:nvSpPr>
          <p:spPr>
            <a:xfrm>
              <a:off x="7397077" y="2939743"/>
              <a:ext cx="209926" cy="105649"/>
            </a:xfrm>
            <a:custGeom>
              <a:avLst/>
              <a:gdLst/>
              <a:ahLst/>
              <a:cxnLst/>
              <a:rect l="l" t="t" r="r" b="b"/>
              <a:pathLst>
                <a:path w="209926" h="105649">
                  <a:moveTo>
                    <a:pt x="209926" y="29907"/>
                  </a:moveTo>
                  <a:lnTo>
                    <a:pt x="144016" y="105649"/>
                  </a:lnTo>
                  <a:lnTo>
                    <a:pt x="0" y="843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3" name="Polygon 323"/>
            <p:cNvSpPr/>
            <p:nvPr/>
          </p:nvSpPr>
          <p:spPr>
            <a:xfrm>
              <a:off x="9310807" y="2938074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4" name="Polygon 324"/>
            <p:cNvSpPr/>
            <p:nvPr/>
          </p:nvSpPr>
          <p:spPr>
            <a:xfrm>
              <a:off x="4775462" y="2942484"/>
              <a:ext cx="209926" cy="138951"/>
            </a:xfrm>
            <a:custGeom>
              <a:avLst/>
              <a:gdLst/>
              <a:ahLst/>
              <a:cxnLst/>
              <a:rect l="l" t="t" r="r" b="b"/>
              <a:pathLst>
                <a:path w="209926" h="138951">
                  <a:moveTo>
                    <a:pt x="209926" y="32054"/>
                  </a:moveTo>
                  <a:lnTo>
                    <a:pt x="144016" y="138951"/>
                  </a:lnTo>
                  <a:lnTo>
                    <a:pt x="0" y="921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5" name="Polygon 325"/>
            <p:cNvSpPr/>
            <p:nvPr/>
          </p:nvSpPr>
          <p:spPr>
            <a:xfrm>
              <a:off x="8956863" y="2944668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07"/>
                  </a:moveTo>
                  <a:lnTo>
                    <a:pt x="144016" y="113420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6" name="Polygon 326"/>
            <p:cNvSpPr/>
            <p:nvPr/>
          </p:nvSpPr>
          <p:spPr>
            <a:xfrm>
              <a:off x="6557371" y="3464793"/>
              <a:ext cx="209926" cy="143298"/>
            </a:xfrm>
            <a:custGeom>
              <a:avLst/>
              <a:gdLst/>
              <a:ahLst/>
              <a:cxnLst/>
              <a:rect l="l" t="t" r="r" b="b"/>
              <a:pathLst>
                <a:path w="209926" h="143298">
                  <a:moveTo>
                    <a:pt x="209926" y="6429"/>
                  </a:moveTo>
                  <a:lnTo>
                    <a:pt x="144016" y="143298"/>
                  </a:lnTo>
                  <a:lnTo>
                    <a:pt x="0" y="1420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7" name="Polygon 327"/>
            <p:cNvSpPr/>
            <p:nvPr/>
          </p:nvSpPr>
          <p:spPr>
            <a:xfrm>
              <a:off x="4421519" y="2953741"/>
              <a:ext cx="209926" cy="124284"/>
            </a:xfrm>
            <a:custGeom>
              <a:avLst/>
              <a:gdLst/>
              <a:ahLst/>
              <a:cxnLst/>
              <a:rect l="l" t="t" r="r" b="b"/>
              <a:pathLst>
                <a:path w="209926" h="124284">
                  <a:moveTo>
                    <a:pt x="209926" y="38718"/>
                  </a:moveTo>
                  <a:lnTo>
                    <a:pt x="144016" y="124284"/>
                  </a:lnTo>
                  <a:lnTo>
                    <a:pt x="0" y="800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8" name="Polygon 328"/>
            <p:cNvSpPr/>
            <p:nvPr/>
          </p:nvSpPr>
          <p:spPr>
            <a:xfrm>
              <a:off x="8602921" y="2951293"/>
              <a:ext cx="209926" cy="113379"/>
            </a:xfrm>
            <a:custGeom>
              <a:avLst/>
              <a:gdLst/>
              <a:ahLst/>
              <a:cxnLst/>
              <a:rect l="l" t="t" r="r" b="b"/>
              <a:pathLst>
                <a:path w="209926" h="113379">
                  <a:moveTo>
                    <a:pt x="209926" y="35588"/>
                  </a:moveTo>
                  <a:lnTo>
                    <a:pt x="144016" y="113379"/>
                  </a:lnTo>
                  <a:lnTo>
                    <a:pt x="0" y="777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29" name="Polygon 329"/>
            <p:cNvSpPr/>
            <p:nvPr/>
          </p:nvSpPr>
          <p:spPr>
            <a:xfrm>
              <a:off x="5129404" y="2901016"/>
              <a:ext cx="209926" cy="134509"/>
            </a:xfrm>
            <a:custGeom>
              <a:avLst/>
              <a:gdLst/>
              <a:ahLst/>
              <a:cxnLst/>
              <a:rect l="l" t="t" r="r" b="b"/>
              <a:pathLst>
                <a:path w="209926" h="134509">
                  <a:moveTo>
                    <a:pt x="209926" y="18731"/>
                  </a:moveTo>
                  <a:lnTo>
                    <a:pt x="144017" y="134509"/>
                  </a:lnTo>
                  <a:lnTo>
                    <a:pt x="0" y="10416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0" name="Polygon 330"/>
            <p:cNvSpPr/>
            <p:nvPr/>
          </p:nvSpPr>
          <p:spPr>
            <a:xfrm>
              <a:off x="8248978" y="2957793"/>
              <a:ext cx="209927" cy="112978"/>
            </a:xfrm>
            <a:custGeom>
              <a:avLst/>
              <a:gdLst/>
              <a:ahLst/>
              <a:cxnLst/>
              <a:rect l="l" t="t" r="r" b="b"/>
              <a:pathLst>
                <a:path w="209927" h="112978">
                  <a:moveTo>
                    <a:pt x="209927" y="35632"/>
                  </a:moveTo>
                  <a:lnTo>
                    <a:pt x="144017" y="112978"/>
                  </a:lnTo>
                  <a:lnTo>
                    <a:pt x="0" y="7701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1" name="Polygon 331"/>
            <p:cNvSpPr/>
            <p:nvPr/>
          </p:nvSpPr>
          <p:spPr>
            <a:xfrm>
              <a:off x="4067576" y="2958553"/>
              <a:ext cx="209926" cy="114310"/>
            </a:xfrm>
            <a:custGeom>
              <a:avLst/>
              <a:gdLst/>
              <a:ahLst/>
              <a:cxnLst/>
              <a:rect l="l" t="t" r="r" b="b"/>
              <a:pathLst>
                <a:path w="209926" h="114310">
                  <a:moveTo>
                    <a:pt x="209926" y="36364"/>
                  </a:moveTo>
                  <a:lnTo>
                    <a:pt x="144016" y="114310"/>
                  </a:lnTo>
                  <a:lnTo>
                    <a:pt x="0" y="774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2" name="Polygon 332"/>
            <p:cNvSpPr/>
            <p:nvPr/>
          </p:nvSpPr>
          <p:spPr>
            <a:xfrm>
              <a:off x="5483347" y="2857511"/>
              <a:ext cx="209926" cy="132436"/>
            </a:xfrm>
            <a:custGeom>
              <a:avLst/>
              <a:gdLst/>
              <a:ahLst/>
              <a:cxnLst/>
              <a:rect l="l" t="t" r="r" b="b"/>
              <a:pathLst>
                <a:path w="209926" h="132436">
                  <a:moveTo>
                    <a:pt x="209926" y="45809"/>
                  </a:moveTo>
                  <a:lnTo>
                    <a:pt x="144016" y="132436"/>
                  </a:lnTo>
                  <a:lnTo>
                    <a:pt x="0" y="880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3" name="Polygon 333"/>
            <p:cNvSpPr/>
            <p:nvPr/>
          </p:nvSpPr>
          <p:spPr>
            <a:xfrm>
              <a:off x="6767297" y="3273657"/>
              <a:ext cx="209926" cy="197566"/>
            </a:xfrm>
            <a:custGeom>
              <a:avLst/>
              <a:gdLst/>
              <a:ahLst/>
              <a:cxnLst/>
              <a:rect l="l" t="t" r="r" b="b"/>
              <a:pathLst>
                <a:path w="209926" h="197566">
                  <a:moveTo>
                    <a:pt x="209926" y="0"/>
                  </a:moveTo>
                  <a:lnTo>
                    <a:pt x="144016" y="155355"/>
                  </a:lnTo>
                  <a:lnTo>
                    <a:pt x="0" y="197566"/>
                  </a:lnTo>
                  <a:lnTo>
                    <a:pt x="65910" y="18414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4" name="Polygon 334"/>
            <p:cNvSpPr/>
            <p:nvPr/>
          </p:nvSpPr>
          <p:spPr>
            <a:xfrm>
              <a:off x="7187150" y="3007918"/>
              <a:ext cx="209927" cy="109119"/>
            </a:xfrm>
            <a:custGeom>
              <a:avLst/>
              <a:gdLst/>
              <a:ahLst/>
              <a:cxnLst/>
              <a:rect l="l" t="t" r="r" b="b"/>
              <a:pathLst>
                <a:path w="209927" h="109119">
                  <a:moveTo>
                    <a:pt x="209927" y="16169"/>
                  </a:moveTo>
                  <a:lnTo>
                    <a:pt x="144017" y="105203"/>
                  </a:lnTo>
                  <a:lnTo>
                    <a:pt x="0" y="1091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5" name="Polygon 335"/>
            <p:cNvSpPr/>
            <p:nvPr/>
          </p:nvSpPr>
          <p:spPr>
            <a:xfrm>
              <a:off x="7895035" y="2962995"/>
              <a:ext cx="209926" cy="110544"/>
            </a:xfrm>
            <a:custGeom>
              <a:avLst/>
              <a:gdLst/>
              <a:ahLst/>
              <a:cxnLst/>
              <a:rect l="l" t="t" r="r" b="b"/>
              <a:pathLst>
                <a:path w="209926" h="110544">
                  <a:moveTo>
                    <a:pt x="209926" y="35828"/>
                  </a:moveTo>
                  <a:lnTo>
                    <a:pt x="144016" y="110544"/>
                  </a:lnTo>
                  <a:lnTo>
                    <a:pt x="0" y="741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6" name="Polygon 336"/>
            <p:cNvSpPr/>
            <p:nvPr/>
          </p:nvSpPr>
          <p:spPr>
            <a:xfrm>
              <a:off x="3713634" y="2965246"/>
              <a:ext cx="209926" cy="112826"/>
            </a:xfrm>
            <a:custGeom>
              <a:avLst/>
              <a:gdLst/>
              <a:ahLst/>
              <a:cxnLst/>
              <a:rect l="l" t="t" r="r" b="b"/>
              <a:pathLst>
                <a:path w="209926" h="112826">
                  <a:moveTo>
                    <a:pt x="209926" y="35260"/>
                  </a:moveTo>
                  <a:lnTo>
                    <a:pt x="144016" y="112826"/>
                  </a:lnTo>
                  <a:lnTo>
                    <a:pt x="0" y="776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7" name="Polygon 337"/>
            <p:cNvSpPr/>
            <p:nvPr/>
          </p:nvSpPr>
          <p:spPr>
            <a:xfrm>
              <a:off x="7541093" y="2969649"/>
              <a:ext cx="209926" cy="103771"/>
            </a:xfrm>
            <a:custGeom>
              <a:avLst/>
              <a:gdLst/>
              <a:ahLst/>
              <a:cxnLst/>
              <a:rect l="l" t="t" r="r" b="b"/>
              <a:pathLst>
                <a:path w="209926" h="103771">
                  <a:moveTo>
                    <a:pt x="209926" y="32588"/>
                  </a:moveTo>
                  <a:lnTo>
                    <a:pt x="144016" y="103771"/>
                  </a:lnTo>
                  <a:lnTo>
                    <a:pt x="0" y="757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8" name="Polygon 338"/>
            <p:cNvSpPr/>
            <p:nvPr/>
          </p:nvSpPr>
          <p:spPr>
            <a:xfrm>
              <a:off x="9454823" y="297368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39" name="Polygon 339"/>
            <p:cNvSpPr/>
            <p:nvPr/>
          </p:nvSpPr>
          <p:spPr>
            <a:xfrm>
              <a:off x="6977223" y="3117037"/>
              <a:ext cx="209926" cy="156620"/>
            </a:xfrm>
            <a:custGeom>
              <a:avLst/>
              <a:gdLst/>
              <a:ahLst/>
              <a:cxnLst/>
              <a:rect l="l" t="t" r="r" b="b"/>
              <a:pathLst>
                <a:path w="209926" h="156620">
                  <a:moveTo>
                    <a:pt x="209926" y="0"/>
                  </a:moveTo>
                  <a:lnTo>
                    <a:pt x="144016" y="121529"/>
                  </a:lnTo>
                  <a:lnTo>
                    <a:pt x="0" y="156620"/>
                  </a:lnTo>
                  <a:lnTo>
                    <a:pt x="65910" y="5746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0" name="Polygon 340"/>
            <p:cNvSpPr/>
            <p:nvPr/>
          </p:nvSpPr>
          <p:spPr>
            <a:xfrm>
              <a:off x="4919478" y="2974538"/>
              <a:ext cx="209926" cy="158178"/>
            </a:xfrm>
            <a:custGeom>
              <a:avLst/>
              <a:gdLst/>
              <a:ahLst/>
              <a:cxnLst/>
              <a:rect l="l" t="t" r="r" b="b"/>
              <a:pathLst>
                <a:path w="209926" h="158178">
                  <a:moveTo>
                    <a:pt x="209926" y="30646"/>
                  </a:moveTo>
                  <a:lnTo>
                    <a:pt x="144016" y="158178"/>
                  </a:lnTo>
                  <a:lnTo>
                    <a:pt x="0" y="1068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1" name="Polygon 341"/>
            <p:cNvSpPr/>
            <p:nvPr/>
          </p:nvSpPr>
          <p:spPr>
            <a:xfrm>
              <a:off x="6203429" y="3409566"/>
              <a:ext cx="209926" cy="152196"/>
            </a:xfrm>
            <a:custGeom>
              <a:avLst/>
              <a:gdLst/>
              <a:ahLst/>
              <a:cxnLst/>
              <a:rect l="l" t="t" r="r" b="b"/>
              <a:pathLst>
                <a:path w="209926" h="152196">
                  <a:moveTo>
                    <a:pt x="209926" y="127302"/>
                  </a:moveTo>
                  <a:lnTo>
                    <a:pt x="144016" y="152196"/>
                  </a:lnTo>
                  <a:lnTo>
                    <a:pt x="0" y="373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2" name="Polygon 342"/>
            <p:cNvSpPr/>
            <p:nvPr/>
          </p:nvSpPr>
          <p:spPr>
            <a:xfrm>
              <a:off x="9100879" y="2980275"/>
              <a:ext cx="209927" cy="113423"/>
            </a:xfrm>
            <a:custGeom>
              <a:avLst/>
              <a:gdLst/>
              <a:ahLst/>
              <a:cxnLst/>
              <a:rect l="l" t="t" r="r" b="b"/>
              <a:pathLst>
                <a:path w="209927" h="113423">
                  <a:moveTo>
                    <a:pt x="209927" y="35611"/>
                  </a:moveTo>
                  <a:lnTo>
                    <a:pt x="144017" y="113423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3" name="Polygon 343"/>
            <p:cNvSpPr/>
            <p:nvPr/>
          </p:nvSpPr>
          <p:spPr>
            <a:xfrm>
              <a:off x="4565535" y="2992459"/>
              <a:ext cx="209926" cy="139398"/>
            </a:xfrm>
            <a:custGeom>
              <a:avLst/>
              <a:gdLst/>
              <a:ahLst/>
              <a:cxnLst/>
              <a:rect l="l" t="t" r="r" b="b"/>
              <a:pathLst>
                <a:path w="209926" h="139398">
                  <a:moveTo>
                    <a:pt x="209926" y="42142"/>
                  </a:moveTo>
                  <a:lnTo>
                    <a:pt x="144016" y="139398"/>
                  </a:lnTo>
                  <a:lnTo>
                    <a:pt x="0" y="855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4" name="Polygon 344"/>
            <p:cNvSpPr/>
            <p:nvPr/>
          </p:nvSpPr>
          <p:spPr>
            <a:xfrm>
              <a:off x="6059412" y="3253958"/>
              <a:ext cx="209927" cy="192929"/>
            </a:xfrm>
            <a:custGeom>
              <a:avLst/>
              <a:gdLst/>
              <a:ahLst/>
              <a:cxnLst/>
              <a:rect l="l" t="t" r="r" b="b"/>
              <a:pathLst>
                <a:path w="209927" h="192929">
                  <a:moveTo>
                    <a:pt x="209927" y="155608"/>
                  </a:moveTo>
                  <a:lnTo>
                    <a:pt x="144017" y="192929"/>
                  </a:lnTo>
                  <a:lnTo>
                    <a:pt x="0" y="535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5" name="Polygon 345"/>
            <p:cNvSpPr/>
            <p:nvPr/>
          </p:nvSpPr>
          <p:spPr>
            <a:xfrm>
              <a:off x="5627363" y="2903320"/>
              <a:ext cx="209926" cy="160908"/>
            </a:xfrm>
            <a:custGeom>
              <a:avLst/>
              <a:gdLst/>
              <a:ahLst/>
              <a:cxnLst/>
              <a:rect l="l" t="t" r="r" b="b"/>
              <a:pathLst>
                <a:path w="209926" h="160908">
                  <a:moveTo>
                    <a:pt x="209926" y="80342"/>
                  </a:moveTo>
                  <a:lnTo>
                    <a:pt x="144016" y="160908"/>
                  </a:lnTo>
                  <a:lnTo>
                    <a:pt x="0" y="866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6" name="Polygon 346"/>
            <p:cNvSpPr/>
            <p:nvPr/>
          </p:nvSpPr>
          <p:spPr>
            <a:xfrm>
              <a:off x="8746937" y="2986881"/>
              <a:ext cx="209926" cy="113407"/>
            </a:xfrm>
            <a:custGeom>
              <a:avLst/>
              <a:gdLst/>
              <a:ahLst/>
              <a:cxnLst/>
              <a:rect l="l" t="t" r="r" b="b"/>
              <a:pathLst>
                <a:path w="209926" h="113407">
                  <a:moveTo>
                    <a:pt x="209926" y="35600"/>
                  </a:moveTo>
                  <a:lnTo>
                    <a:pt x="144016" y="113407"/>
                  </a:lnTo>
                  <a:lnTo>
                    <a:pt x="0" y="777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7" name="Polygon 347"/>
            <p:cNvSpPr/>
            <p:nvPr/>
          </p:nvSpPr>
          <p:spPr>
            <a:xfrm>
              <a:off x="6347445" y="3536868"/>
              <a:ext cx="209926" cy="90227"/>
            </a:xfrm>
            <a:custGeom>
              <a:avLst/>
              <a:gdLst/>
              <a:ahLst/>
              <a:cxnLst/>
              <a:rect l="l" t="t" r="r" b="b"/>
              <a:pathLst>
                <a:path w="209926" h="90227">
                  <a:moveTo>
                    <a:pt x="209926" y="69994"/>
                  </a:moveTo>
                  <a:lnTo>
                    <a:pt x="144016" y="90227"/>
                  </a:lnTo>
                  <a:lnTo>
                    <a:pt x="0" y="248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8" name="Polygon 348"/>
            <p:cNvSpPr/>
            <p:nvPr/>
          </p:nvSpPr>
          <p:spPr>
            <a:xfrm>
              <a:off x="5273421" y="2919747"/>
              <a:ext cx="209926" cy="148318"/>
            </a:xfrm>
            <a:custGeom>
              <a:avLst/>
              <a:gdLst/>
              <a:ahLst/>
              <a:cxnLst/>
              <a:rect l="l" t="t" r="r" b="b"/>
              <a:pathLst>
                <a:path w="209926" h="148318">
                  <a:moveTo>
                    <a:pt x="209926" y="25774"/>
                  </a:moveTo>
                  <a:lnTo>
                    <a:pt x="144016" y="148318"/>
                  </a:lnTo>
                  <a:lnTo>
                    <a:pt x="0" y="115778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49" name="Polygon 349"/>
            <p:cNvSpPr/>
            <p:nvPr/>
          </p:nvSpPr>
          <p:spPr>
            <a:xfrm>
              <a:off x="5915396" y="3103659"/>
              <a:ext cx="209926" cy="203883"/>
            </a:xfrm>
            <a:custGeom>
              <a:avLst/>
              <a:gdLst/>
              <a:ahLst/>
              <a:cxnLst/>
              <a:rect l="l" t="t" r="r" b="b"/>
              <a:pathLst>
                <a:path w="209926" h="203883">
                  <a:moveTo>
                    <a:pt x="209926" y="150299"/>
                  </a:moveTo>
                  <a:lnTo>
                    <a:pt x="144016" y="203883"/>
                  </a:lnTo>
                  <a:lnTo>
                    <a:pt x="0" y="691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0" name="Polygon 350"/>
            <p:cNvSpPr/>
            <p:nvPr/>
          </p:nvSpPr>
          <p:spPr>
            <a:xfrm>
              <a:off x="8392995" y="2993426"/>
              <a:ext cx="209926" cy="113209"/>
            </a:xfrm>
            <a:custGeom>
              <a:avLst/>
              <a:gdLst/>
              <a:ahLst/>
              <a:cxnLst/>
              <a:rect l="l" t="t" r="r" b="b"/>
              <a:pathLst>
                <a:path w="209926" h="113209">
                  <a:moveTo>
                    <a:pt x="209926" y="35626"/>
                  </a:moveTo>
                  <a:lnTo>
                    <a:pt x="144016" y="113209"/>
                  </a:lnTo>
                  <a:lnTo>
                    <a:pt x="0" y="773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1" name="Polygon 351"/>
            <p:cNvSpPr/>
            <p:nvPr/>
          </p:nvSpPr>
          <p:spPr>
            <a:xfrm>
              <a:off x="4211592" y="2994916"/>
              <a:ext cx="209927" cy="118934"/>
            </a:xfrm>
            <a:custGeom>
              <a:avLst/>
              <a:gdLst/>
              <a:ahLst/>
              <a:cxnLst/>
              <a:rect l="l" t="t" r="r" b="b"/>
              <a:pathLst>
                <a:path w="209927" h="118934">
                  <a:moveTo>
                    <a:pt x="209927" y="38828"/>
                  </a:moveTo>
                  <a:lnTo>
                    <a:pt x="144017" y="118934"/>
                  </a:lnTo>
                  <a:lnTo>
                    <a:pt x="0" y="779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2" name="Polygon 352"/>
            <p:cNvSpPr/>
            <p:nvPr/>
          </p:nvSpPr>
          <p:spPr>
            <a:xfrm>
              <a:off x="5771379" y="2983662"/>
              <a:ext cx="209926" cy="189125"/>
            </a:xfrm>
            <a:custGeom>
              <a:avLst/>
              <a:gdLst/>
              <a:ahLst/>
              <a:cxnLst/>
              <a:rect l="l" t="t" r="r" b="b"/>
              <a:pathLst>
                <a:path w="209926" h="189125">
                  <a:moveTo>
                    <a:pt x="209926" y="119997"/>
                  </a:moveTo>
                  <a:lnTo>
                    <a:pt x="144016" y="189125"/>
                  </a:lnTo>
                  <a:lnTo>
                    <a:pt x="0" y="805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3" name="Polygon 353"/>
            <p:cNvSpPr/>
            <p:nvPr/>
          </p:nvSpPr>
          <p:spPr>
            <a:xfrm>
              <a:off x="8039051" y="2998823"/>
              <a:ext cx="209926" cy="111647"/>
            </a:xfrm>
            <a:custGeom>
              <a:avLst/>
              <a:gdLst/>
              <a:ahLst/>
              <a:cxnLst/>
              <a:rect l="l" t="t" r="r" b="b"/>
              <a:pathLst>
                <a:path w="209926" h="111647">
                  <a:moveTo>
                    <a:pt x="209926" y="35985"/>
                  </a:moveTo>
                  <a:lnTo>
                    <a:pt x="144016" y="111647"/>
                  </a:lnTo>
                  <a:lnTo>
                    <a:pt x="0" y="747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4" name="Polygon 354"/>
            <p:cNvSpPr/>
            <p:nvPr/>
          </p:nvSpPr>
          <p:spPr>
            <a:xfrm>
              <a:off x="3857650" y="3000505"/>
              <a:ext cx="209926" cy="113017"/>
            </a:xfrm>
            <a:custGeom>
              <a:avLst/>
              <a:gdLst/>
              <a:ahLst/>
              <a:cxnLst/>
              <a:rect l="l" t="t" r="r" b="b"/>
              <a:pathLst>
                <a:path w="209926" h="113017">
                  <a:moveTo>
                    <a:pt x="209926" y="35488"/>
                  </a:moveTo>
                  <a:lnTo>
                    <a:pt x="144016" y="113017"/>
                  </a:lnTo>
                  <a:lnTo>
                    <a:pt x="0" y="775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5" name="Polygon 355"/>
            <p:cNvSpPr/>
            <p:nvPr/>
          </p:nvSpPr>
          <p:spPr>
            <a:xfrm>
              <a:off x="3503707" y="3007634"/>
              <a:ext cx="209926" cy="113047"/>
            </a:xfrm>
            <a:custGeom>
              <a:avLst/>
              <a:gdLst/>
              <a:ahLst/>
              <a:cxnLst/>
              <a:rect l="l" t="t" r="r" b="b"/>
              <a:pathLst>
                <a:path w="209926" h="113047">
                  <a:moveTo>
                    <a:pt x="209926" y="35286"/>
                  </a:moveTo>
                  <a:lnTo>
                    <a:pt x="144016" y="113047"/>
                  </a:lnTo>
                  <a:lnTo>
                    <a:pt x="0" y="777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6" name="Polygon 356"/>
            <p:cNvSpPr/>
            <p:nvPr/>
          </p:nvSpPr>
          <p:spPr>
            <a:xfrm>
              <a:off x="6701387" y="3429011"/>
              <a:ext cx="209926" cy="179080"/>
            </a:xfrm>
            <a:custGeom>
              <a:avLst/>
              <a:gdLst/>
              <a:ahLst/>
              <a:cxnLst/>
              <a:rect l="l" t="t" r="r" b="b"/>
              <a:pathLst>
                <a:path w="209926" h="179080">
                  <a:moveTo>
                    <a:pt x="209926" y="0"/>
                  </a:moveTo>
                  <a:lnTo>
                    <a:pt x="144016" y="123000"/>
                  </a:lnTo>
                  <a:lnTo>
                    <a:pt x="0" y="179080"/>
                  </a:lnTo>
                  <a:lnTo>
                    <a:pt x="65910" y="42211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7" name="Polygon 357"/>
            <p:cNvSpPr/>
            <p:nvPr/>
          </p:nvSpPr>
          <p:spPr>
            <a:xfrm>
              <a:off x="9598839" y="3009297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8" name="Polygon 358"/>
            <p:cNvSpPr/>
            <p:nvPr/>
          </p:nvSpPr>
          <p:spPr>
            <a:xfrm>
              <a:off x="7685109" y="3002237"/>
              <a:ext cx="209926" cy="105066"/>
            </a:xfrm>
            <a:custGeom>
              <a:avLst/>
              <a:gdLst/>
              <a:ahLst/>
              <a:cxnLst/>
              <a:rect l="l" t="t" r="r" b="b"/>
              <a:pathLst>
                <a:path w="209926" h="105066">
                  <a:moveTo>
                    <a:pt x="209926" y="34922"/>
                  </a:moveTo>
                  <a:lnTo>
                    <a:pt x="144016" y="105066"/>
                  </a:lnTo>
                  <a:lnTo>
                    <a:pt x="0" y="711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59" name="Polygon 359"/>
            <p:cNvSpPr/>
            <p:nvPr/>
          </p:nvSpPr>
          <p:spPr>
            <a:xfrm>
              <a:off x="5063494" y="3005184"/>
              <a:ext cx="209927" cy="179775"/>
            </a:xfrm>
            <a:custGeom>
              <a:avLst/>
              <a:gdLst/>
              <a:ahLst/>
              <a:cxnLst/>
              <a:rect l="l" t="t" r="r" b="b"/>
              <a:pathLst>
                <a:path w="209927" h="179775">
                  <a:moveTo>
                    <a:pt x="209927" y="30341"/>
                  </a:moveTo>
                  <a:lnTo>
                    <a:pt x="144017" y="179775"/>
                  </a:lnTo>
                  <a:lnTo>
                    <a:pt x="0" y="1275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0" name="Polygon 360"/>
            <p:cNvSpPr/>
            <p:nvPr/>
          </p:nvSpPr>
          <p:spPr>
            <a:xfrm>
              <a:off x="4709551" y="3034601"/>
              <a:ext cx="209926" cy="164174"/>
            </a:xfrm>
            <a:custGeom>
              <a:avLst/>
              <a:gdLst/>
              <a:ahLst/>
              <a:cxnLst/>
              <a:rect l="l" t="t" r="r" b="b"/>
              <a:pathLst>
                <a:path w="209926" h="164174">
                  <a:moveTo>
                    <a:pt x="209926" y="46833"/>
                  </a:moveTo>
                  <a:lnTo>
                    <a:pt x="144016" y="164174"/>
                  </a:lnTo>
                  <a:lnTo>
                    <a:pt x="0" y="972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1" name="Polygon 361"/>
            <p:cNvSpPr/>
            <p:nvPr/>
          </p:nvSpPr>
          <p:spPr>
            <a:xfrm>
              <a:off x="7331167" y="3024087"/>
              <a:ext cx="209926" cy="95561"/>
            </a:xfrm>
            <a:custGeom>
              <a:avLst/>
              <a:gdLst/>
              <a:ahLst/>
              <a:cxnLst/>
              <a:rect l="l" t="t" r="r" b="b"/>
              <a:pathLst>
                <a:path w="209926" h="95561">
                  <a:moveTo>
                    <a:pt x="209926" y="21306"/>
                  </a:moveTo>
                  <a:lnTo>
                    <a:pt x="144016" y="95561"/>
                  </a:lnTo>
                  <a:lnTo>
                    <a:pt x="0" y="890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2" name="Polygon 362"/>
            <p:cNvSpPr/>
            <p:nvPr/>
          </p:nvSpPr>
          <p:spPr>
            <a:xfrm>
              <a:off x="9244896" y="301588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3" name="Polygon 363"/>
            <p:cNvSpPr/>
            <p:nvPr/>
          </p:nvSpPr>
          <p:spPr>
            <a:xfrm>
              <a:off x="8890953" y="3022481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07"/>
                  </a:moveTo>
                  <a:lnTo>
                    <a:pt x="144016" y="113420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4" name="Polygon 364"/>
            <p:cNvSpPr/>
            <p:nvPr/>
          </p:nvSpPr>
          <p:spPr>
            <a:xfrm>
              <a:off x="6491461" y="3606862"/>
              <a:ext cx="209926" cy="26122"/>
            </a:xfrm>
            <a:custGeom>
              <a:avLst/>
              <a:gdLst/>
              <a:ahLst/>
              <a:cxnLst/>
              <a:rect l="l" t="t" r="r" b="b"/>
              <a:pathLst>
                <a:path w="209926" h="26122">
                  <a:moveTo>
                    <a:pt x="209926" y="1229"/>
                  </a:moveTo>
                  <a:lnTo>
                    <a:pt x="144016" y="26122"/>
                  </a:lnTo>
                  <a:lnTo>
                    <a:pt x="0" y="202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5" name="Polygon 365"/>
            <p:cNvSpPr/>
            <p:nvPr/>
          </p:nvSpPr>
          <p:spPr>
            <a:xfrm>
              <a:off x="4355609" y="3033744"/>
              <a:ext cx="209926" cy="130205"/>
            </a:xfrm>
            <a:custGeom>
              <a:avLst/>
              <a:gdLst/>
              <a:ahLst/>
              <a:cxnLst/>
              <a:rect l="l" t="t" r="r" b="b"/>
              <a:pathLst>
                <a:path w="209926" h="130205">
                  <a:moveTo>
                    <a:pt x="209926" y="44281"/>
                  </a:moveTo>
                  <a:lnTo>
                    <a:pt x="144016" y="130205"/>
                  </a:lnTo>
                  <a:lnTo>
                    <a:pt x="0" y="801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6" name="Polygon 366"/>
            <p:cNvSpPr/>
            <p:nvPr/>
          </p:nvSpPr>
          <p:spPr>
            <a:xfrm>
              <a:off x="6911313" y="3238566"/>
              <a:ext cx="209926" cy="190446"/>
            </a:xfrm>
            <a:custGeom>
              <a:avLst/>
              <a:gdLst/>
              <a:ahLst/>
              <a:cxnLst/>
              <a:rect l="l" t="t" r="r" b="b"/>
              <a:pathLst>
                <a:path w="209926" h="190446">
                  <a:moveTo>
                    <a:pt x="209926" y="0"/>
                  </a:moveTo>
                  <a:lnTo>
                    <a:pt x="144016" y="124210"/>
                  </a:lnTo>
                  <a:lnTo>
                    <a:pt x="0" y="190446"/>
                  </a:lnTo>
                  <a:lnTo>
                    <a:pt x="65910" y="35091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7" name="Polygon 367"/>
            <p:cNvSpPr/>
            <p:nvPr/>
          </p:nvSpPr>
          <p:spPr>
            <a:xfrm>
              <a:off x="5417437" y="2945521"/>
              <a:ext cx="209926" cy="160908"/>
            </a:xfrm>
            <a:custGeom>
              <a:avLst/>
              <a:gdLst/>
              <a:ahLst/>
              <a:cxnLst/>
              <a:rect l="l" t="t" r="r" b="b"/>
              <a:pathLst>
                <a:path w="209926" h="160908">
                  <a:moveTo>
                    <a:pt x="209926" y="44427"/>
                  </a:moveTo>
                  <a:lnTo>
                    <a:pt x="144016" y="160908"/>
                  </a:lnTo>
                  <a:lnTo>
                    <a:pt x="0" y="1225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8" name="Polygon 368"/>
            <p:cNvSpPr/>
            <p:nvPr/>
          </p:nvSpPr>
          <p:spPr>
            <a:xfrm>
              <a:off x="8537011" y="3029052"/>
              <a:ext cx="209926" cy="113341"/>
            </a:xfrm>
            <a:custGeom>
              <a:avLst/>
              <a:gdLst/>
              <a:ahLst/>
              <a:cxnLst/>
              <a:rect l="l" t="t" r="r" b="b"/>
              <a:pathLst>
                <a:path w="209926" h="113341">
                  <a:moveTo>
                    <a:pt x="209926" y="35620"/>
                  </a:moveTo>
                  <a:lnTo>
                    <a:pt x="144016" y="113341"/>
                  </a:lnTo>
                  <a:lnTo>
                    <a:pt x="0" y="775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69" name="Polygon 369"/>
            <p:cNvSpPr/>
            <p:nvPr/>
          </p:nvSpPr>
          <p:spPr>
            <a:xfrm>
              <a:off x="7121240" y="3113121"/>
              <a:ext cx="209927" cy="125445"/>
            </a:xfrm>
            <a:custGeom>
              <a:avLst/>
              <a:gdLst/>
              <a:ahLst/>
              <a:cxnLst/>
              <a:rect l="l" t="t" r="r" b="b"/>
              <a:pathLst>
                <a:path w="209927" h="125445">
                  <a:moveTo>
                    <a:pt x="209927" y="0"/>
                  </a:moveTo>
                  <a:lnTo>
                    <a:pt x="144017" y="93482"/>
                  </a:lnTo>
                  <a:lnTo>
                    <a:pt x="0" y="125445"/>
                  </a:lnTo>
                  <a:lnTo>
                    <a:pt x="65910" y="3917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0" name="Polygon 370"/>
            <p:cNvSpPr/>
            <p:nvPr/>
          </p:nvSpPr>
          <p:spPr>
            <a:xfrm>
              <a:off x="4853568" y="3081435"/>
              <a:ext cx="209926" cy="196668"/>
            </a:xfrm>
            <a:custGeom>
              <a:avLst/>
              <a:gdLst/>
              <a:ahLst/>
              <a:cxnLst/>
              <a:rect l="l" t="t" r="r" b="b"/>
              <a:pathLst>
                <a:path w="209926" h="196668">
                  <a:moveTo>
                    <a:pt x="209926" y="51282"/>
                  </a:moveTo>
                  <a:lnTo>
                    <a:pt x="144016" y="196668"/>
                  </a:lnTo>
                  <a:lnTo>
                    <a:pt x="0" y="1173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1" name="Polygon 371"/>
            <p:cNvSpPr/>
            <p:nvPr/>
          </p:nvSpPr>
          <p:spPr>
            <a:xfrm>
              <a:off x="8183068" y="3034809"/>
              <a:ext cx="209927" cy="112518"/>
            </a:xfrm>
            <a:custGeom>
              <a:avLst/>
              <a:gdLst/>
              <a:ahLst/>
              <a:cxnLst/>
              <a:rect l="l" t="t" r="r" b="b"/>
              <a:pathLst>
                <a:path w="209927" h="112518">
                  <a:moveTo>
                    <a:pt x="209927" y="35963"/>
                  </a:moveTo>
                  <a:lnTo>
                    <a:pt x="144017" y="112518"/>
                  </a:lnTo>
                  <a:lnTo>
                    <a:pt x="0" y="7566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2" name="Polygon 372"/>
            <p:cNvSpPr/>
            <p:nvPr/>
          </p:nvSpPr>
          <p:spPr>
            <a:xfrm>
              <a:off x="4001666" y="3035994"/>
              <a:ext cx="209926" cy="114783"/>
            </a:xfrm>
            <a:custGeom>
              <a:avLst/>
              <a:gdLst/>
              <a:ahLst/>
              <a:cxnLst/>
              <a:rect l="l" t="t" r="r" b="b"/>
              <a:pathLst>
                <a:path w="209926" h="114783">
                  <a:moveTo>
                    <a:pt x="209926" y="36868"/>
                  </a:moveTo>
                  <a:lnTo>
                    <a:pt x="144016" y="114783"/>
                  </a:lnTo>
                  <a:lnTo>
                    <a:pt x="0" y="775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3" name="Polygon 373"/>
            <p:cNvSpPr/>
            <p:nvPr/>
          </p:nvSpPr>
          <p:spPr>
            <a:xfrm>
              <a:off x="3647724" y="3042920"/>
              <a:ext cx="209926" cy="112871"/>
            </a:xfrm>
            <a:custGeom>
              <a:avLst/>
              <a:gdLst/>
              <a:ahLst/>
              <a:cxnLst/>
              <a:rect l="l" t="t" r="r" b="b"/>
              <a:pathLst>
                <a:path w="209926" h="112871">
                  <a:moveTo>
                    <a:pt x="209926" y="35151"/>
                  </a:moveTo>
                  <a:lnTo>
                    <a:pt x="144016" y="112871"/>
                  </a:lnTo>
                  <a:lnTo>
                    <a:pt x="0" y="777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4" name="Polygon 374"/>
            <p:cNvSpPr/>
            <p:nvPr/>
          </p:nvSpPr>
          <p:spPr>
            <a:xfrm>
              <a:off x="5207511" y="3035525"/>
              <a:ext cx="209926" cy="194737"/>
            </a:xfrm>
            <a:custGeom>
              <a:avLst/>
              <a:gdLst/>
              <a:ahLst/>
              <a:cxnLst/>
              <a:rect l="l" t="t" r="r" b="b"/>
              <a:pathLst>
                <a:path w="209926" h="194737">
                  <a:moveTo>
                    <a:pt x="209926" y="32539"/>
                  </a:moveTo>
                  <a:lnTo>
                    <a:pt x="144016" y="194737"/>
                  </a:lnTo>
                  <a:lnTo>
                    <a:pt x="0" y="1494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5" name="Polygon 375"/>
            <p:cNvSpPr/>
            <p:nvPr/>
          </p:nvSpPr>
          <p:spPr>
            <a:xfrm>
              <a:off x="7829125" y="3037159"/>
              <a:ext cx="209926" cy="107685"/>
            </a:xfrm>
            <a:custGeom>
              <a:avLst/>
              <a:gdLst/>
              <a:ahLst/>
              <a:cxnLst/>
              <a:rect l="l" t="t" r="r" b="b"/>
              <a:pathLst>
                <a:path w="209926" h="107685">
                  <a:moveTo>
                    <a:pt x="209926" y="36381"/>
                  </a:moveTo>
                  <a:lnTo>
                    <a:pt x="144016" y="107685"/>
                  </a:lnTo>
                  <a:lnTo>
                    <a:pt x="0" y="701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6" name="Polygon 376"/>
            <p:cNvSpPr/>
            <p:nvPr/>
          </p:nvSpPr>
          <p:spPr>
            <a:xfrm>
              <a:off x="9388913" y="3051498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7" name="Polygon 377"/>
            <p:cNvSpPr/>
            <p:nvPr/>
          </p:nvSpPr>
          <p:spPr>
            <a:xfrm>
              <a:off x="7475183" y="3045392"/>
              <a:ext cx="209926" cy="94450"/>
            </a:xfrm>
            <a:custGeom>
              <a:avLst/>
              <a:gdLst/>
              <a:ahLst/>
              <a:cxnLst/>
              <a:rect l="l" t="t" r="r" b="b"/>
              <a:pathLst>
                <a:path w="209926" h="94450">
                  <a:moveTo>
                    <a:pt x="209926" y="28028"/>
                  </a:moveTo>
                  <a:lnTo>
                    <a:pt x="144016" y="94450"/>
                  </a:lnTo>
                  <a:lnTo>
                    <a:pt x="0" y="742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8" name="Polygon 378"/>
            <p:cNvSpPr/>
            <p:nvPr/>
          </p:nvSpPr>
          <p:spPr>
            <a:xfrm>
              <a:off x="4499625" y="3078025"/>
              <a:ext cx="209926" cy="151988"/>
            </a:xfrm>
            <a:custGeom>
              <a:avLst/>
              <a:gdLst/>
              <a:ahLst/>
              <a:cxnLst/>
              <a:rect l="l" t="t" r="r" b="b"/>
              <a:pathLst>
                <a:path w="209926" h="151988">
                  <a:moveTo>
                    <a:pt x="209926" y="53832"/>
                  </a:moveTo>
                  <a:lnTo>
                    <a:pt x="144016" y="151988"/>
                  </a:lnTo>
                  <a:lnTo>
                    <a:pt x="0" y="859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79" name="Polygon 379"/>
            <p:cNvSpPr/>
            <p:nvPr/>
          </p:nvSpPr>
          <p:spPr>
            <a:xfrm>
              <a:off x="5561453" y="2989947"/>
              <a:ext cx="209926" cy="164166"/>
            </a:xfrm>
            <a:custGeom>
              <a:avLst/>
              <a:gdLst/>
              <a:ahLst/>
              <a:cxnLst/>
              <a:rect l="l" t="t" r="r" b="b"/>
              <a:pathLst>
                <a:path w="209926" h="164166">
                  <a:moveTo>
                    <a:pt x="209926" y="74281"/>
                  </a:moveTo>
                  <a:lnTo>
                    <a:pt x="144016" y="164166"/>
                  </a:lnTo>
                  <a:lnTo>
                    <a:pt x="0" y="1164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0" name="Polygon 380"/>
            <p:cNvSpPr/>
            <p:nvPr/>
          </p:nvSpPr>
          <p:spPr>
            <a:xfrm>
              <a:off x="9034969" y="3058088"/>
              <a:ext cx="209927" cy="113424"/>
            </a:xfrm>
            <a:custGeom>
              <a:avLst/>
              <a:gdLst/>
              <a:ahLst/>
              <a:cxnLst/>
              <a:rect l="l" t="t" r="r" b="b"/>
              <a:pathLst>
                <a:path w="209927" h="113424">
                  <a:moveTo>
                    <a:pt x="209927" y="35610"/>
                  </a:moveTo>
                  <a:lnTo>
                    <a:pt x="144017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1" name="Polygon 381"/>
            <p:cNvSpPr/>
            <p:nvPr/>
          </p:nvSpPr>
          <p:spPr>
            <a:xfrm>
              <a:off x="4997584" y="3132716"/>
              <a:ext cx="209927" cy="227396"/>
            </a:xfrm>
            <a:custGeom>
              <a:avLst/>
              <a:gdLst/>
              <a:ahLst/>
              <a:cxnLst/>
              <a:rect l="l" t="t" r="r" b="b"/>
              <a:pathLst>
                <a:path w="209927" h="227396">
                  <a:moveTo>
                    <a:pt x="209927" y="52243"/>
                  </a:moveTo>
                  <a:lnTo>
                    <a:pt x="144017" y="227396"/>
                  </a:lnTo>
                  <a:lnTo>
                    <a:pt x="0" y="14538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2" name="Polygon 382"/>
            <p:cNvSpPr/>
            <p:nvPr/>
          </p:nvSpPr>
          <p:spPr>
            <a:xfrm>
              <a:off x="8681027" y="3064672"/>
              <a:ext cx="209926" cy="113402"/>
            </a:xfrm>
            <a:custGeom>
              <a:avLst/>
              <a:gdLst/>
              <a:ahLst/>
              <a:cxnLst/>
              <a:rect l="l" t="t" r="r" b="b"/>
              <a:pathLst>
                <a:path w="209926" h="113402">
                  <a:moveTo>
                    <a:pt x="209926" y="35616"/>
                  </a:moveTo>
                  <a:lnTo>
                    <a:pt x="144016" y="113402"/>
                  </a:lnTo>
                  <a:lnTo>
                    <a:pt x="0" y="777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3" name="Polygon 383"/>
            <p:cNvSpPr/>
            <p:nvPr/>
          </p:nvSpPr>
          <p:spPr>
            <a:xfrm>
              <a:off x="4145682" y="3072862"/>
              <a:ext cx="209927" cy="120552"/>
            </a:xfrm>
            <a:custGeom>
              <a:avLst/>
              <a:gdLst/>
              <a:ahLst/>
              <a:cxnLst/>
              <a:rect l="l" t="t" r="r" b="b"/>
              <a:pathLst>
                <a:path w="209927" h="120552">
                  <a:moveTo>
                    <a:pt x="209927" y="40988"/>
                  </a:moveTo>
                  <a:lnTo>
                    <a:pt x="144017" y="120552"/>
                  </a:lnTo>
                  <a:lnTo>
                    <a:pt x="0" y="7791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4" name="Polygon 384"/>
            <p:cNvSpPr/>
            <p:nvPr/>
          </p:nvSpPr>
          <p:spPr>
            <a:xfrm>
              <a:off x="8327085" y="3070771"/>
              <a:ext cx="209926" cy="113057"/>
            </a:xfrm>
            <a:custGeom>
              <a:avLst/>
              <a:gdLst/>
              <a:ahLst/>
              <a:cxnLst/>
              <a:rect l="l" t="t" r="r" b="b"/>
              <a:pathLst>
                <a:path w="209926" h="113057">
                  <a:moveTo>
                    <a:pt x="209926" y="35864"/>
                  </a:moveTo>
                  <a:lnTo>
                    <a:pt x="144016" y="113057"/>
                  </a:lnTo>
                  <a:lnTo>
                    <a:pt x="0" y="765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5" name="Polygon 385"/>
            <p:cNvSpPr/>
            <p:nvPr/>
          </p:nvSpPr>
          <p:spPr>
            <a:xfrm>
              <a:off x="4643641" y="3131857"/>
              <a:ext cx="209926" cy="186089"/>
            </a:xfrm>
            <a:custGeom>
              <a:avLst/>
              <a:gdLst/>
              <a:ahLst/>
              <a:cxnLst/>
              <a:rect l="l" t="t" r="r" b="b"/>
              <a:pathLst>
                <a:path w="209926" h="186089">
                  <a:moveTo>
                    <a:pt x="209926" y="66918"/>
                  </a:moveTo>
                  <a:lnTo>
                    <a:pt x="144016" y="186089"/>
                  </a:lnTo>
                  <a:lnTo>
                    <a:pt x="0" y="981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6" name="Polygon 386"/>
            <p:cNvSpPr/>
            <p:nvPr/>
          </p:nvSpPr>
          <p:spPr>
            <a:xfrm>
              <a:off x="5705469" y="3064228"/>
              <a:ext cx="209926" cy="148274"/>
            </a:xfrm>
            <a:custGeom>
              <a:avLst/>
              <a:gdLst/>
              <a:ahLst/>
              <a:cxnLst/>
              <a:rect l="l" t="t" r="r" b="b"/>
              <a:pathLst>
                <a:path w="209926" h="148274">
                  <a:moveTo>
                    <a:pt x="209926" y="108559"/>
                  </a:moveTo>
                  <a:lnTo>
                    <a:pt x="144016" y="148274"/>
                  </a:lnTo>
                  <a:lnTo>
                    <a:pt x="0" y="898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7" name="Polygon 387"/>
            <p:cNvSpPr/>
            <p:nvPr/>
          </p:nvSpPr>
          <p:spPr>
            <a:xfrm>
              <a:off x="3791740" y="3078071"/>
              <a:ext cx="209926" cy="113157"/>
            </a:xfrm>
            <a:custGeom>
              <a:avLst/>
              <a:gdLst/>
              <a:ahLst/>
              <a:cxnLst/>
              <a:rect l="l" t="t" r="r" b="b"/>
              <a:pathLst>
                <a:path w="209926" h="113157">
                  <a:moveTo>
                    <a:pt x="209926" y="35451"/>
                  </a:moveTo>
                  <a:lnTo>
                    <a:pt x="144016" y="113157"/>
                  </a:lnTo>
                  <a:lnTo>
                    <a:pt x="0" y="777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8" name="Polygon 388"/>
            <p:cNvSpPr/>
            <p:nvPr/>
          </p:nvSpPr>
          <p:spPr>
            <a:xfrm>
              <a:off x="5351527" y="3068064"/>
              <a:ext cx="209926" cy="189125"/>
            </a:xfrm>
            <a:custGeom>
              <a:avLst/>
              <a:gdLst/>
              <a:ahLst/>
              <a:cxnLst/>
              <a:rect l="l" t="t" r="r" b="b"/>
              <a:pathLst>
                <a:path w="209926" h="189125">
                  <a:moveTo>
                    <a:pt x="209926" y="38364"/>
                  </a:moveTo>
                  <a:lnTo>
                    <a:pt x="144016" y="189125"/>
                  </a:lnTo>
                  <a:lnTo>
                    <a:pt x="0" y="1621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89" name="Polygon 389"/>
            <p:cNvSpPr/>
            <p:nvPr/>
          </p:nvSpPr>
          <p:spPr>
            <a:xfrm>
              <a:off x="7973141" y="3073539"/>
              <a:ext cx="209926" cy="110226"/>
            </a:xfrm>
            <a:custGeom>
              <a:avLst/>
              <a:gdLst/>
              <a:ahLst/>
              <a:cxnLst/>
              <a:rect l="l" t="t" r="r" b="b"/>
              <a:pathLst>
                <a:path w="209926" h="110226">
                  <a:moveTo>
                    <a:pt x="209926" y="36931"/>
                  </a:moveTo>
                  <a:lnTo>
                    <a:pt x="144017" y="110226"/>
                  </a:lnTo>
                  <a:lnTo>
                    <a:pt x="0" y="713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0" name="Polygon 390"/>
            <p:cNvSpPr/>
            <p:nvPr/>
          </p:nvSpPr>
          <p:spPr>
            <a:xfrm>
              <a:off x="5141601" y="3184959"/>
              <a:ext cx="209926" cy="237803"/>
            </a:xfrm>
            <a:custGeom>
              <a:avLst/>
              <a:gdLst/>
              <a:ahLst/>
              <a:cxnLst/>
              <a:rect l="l" t="t" r="r" b="b"/>
              <a:pathLst>
                <a:path w="209926" h="237803">
                  <a:moveTo>
                    <a:pt x="209926" y="45303"/>
                  </a:moveTo>
                  <a:lnTo>
                    <a:pt x="144016" y="237803"/>
                  </a:lnTo>
                  <a:lnTo>
                    <a:pt x="0" y="1751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1" name="Polygon 391"/>
            <p:cNvSpPr/>
            <p:nvPr/>
          </p:nvSpPr>
          <p:spPr>
            <a:xfrm>
              <a:off x="6845403" y="3362776"/>
              <a:ext cx="209926" cy="189236"/>
            </a:xfrm>
            <a:custGeom>
              <a:avLst/>
              <a:gdLst/>
              <a:ahLst/>
              <a:cxnLst/>
              <a:rect l="l" t="t" r="r" b="b"/>
              <a:pathLst>
                <a:path w="209926" h="189236">
                  <a:moveTo>
                    <a:pt x="209926" y="0"/>
                  </a:moveTo>
                  <a:lnTo>
                    <a:pt x="144016" y="104851"/>
                  </a:lnTo>
                  <a:lnTo>
                    <a:pt x="0" y="189236"/>
                  </a:lnTo>
                  <a:lnTo>
                    <a:pt x="65910" y="66236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2" name="Polygon 392"/>
            <p:cNvSpPr/>
            <p:nvPr/>
          </p:nvSpPr>
          <p:spPr>
            <a:xfrm>
              <a:off x="6635477" y="3552012"/>
              <a:ext cx="209926" cy="80973"/>
            </a:xfrm>
            <a:custGeom>
              <a:avLst/>
              <a:gdLst/>
              <a:ahLst/>
              <a:cxnLst/>
              <a:rect l="l" t="t" r="r" b="b"/>
              <a:pathLst>
                <a:path w="209926" h="80973">
                  <a:moveTo>
                    <a:pt x="209926" y="0"/>
                  </a:moveTo>
                  <a:lnTo>
                    <a:pt x="144016" y="37321"/>
                  </a:lnTo>
                  <a:lnTo>
                    <a:pt x="0" y="80973"/>
                  </a:lnTo>
                  <a:lnTo>
                    <a:pt x="65910" y="56079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3" name="Polygon 393"/>
            <p:cNvSpPr/>
            <p:nvPr/>
          </p:nvSpPr>
          <p:spPr>
            <a:xfrm>
              <a:off x="3437797" y="3085424"/>
              <a:ext cx="209926" cy="113121"/>
            </a:xfrm>
            <a:custGeom>
              <a:avLst/>
              <a:gdLst/>
              <a:ahLst/>
              <a:cxnLst/>
              <a:rect l="l" t="t" r="r" b="b"/>
              <a:pathLst>
                <a:path w="209926" h="113121">
                  <a:moveTo>
                    <a:pt x="209926" y="35257"/>
                  </a:moveTo>
                  <a:lnTo>
                    <a:pt x="144016" y="113121"/>
                  </a:lnTo>
                  <a:lnTo>
                    <a:pt x="0" y="778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4" name="Polygon 394"/>
            <p:cNvSpPr/>
            <p:nvPr/>
          </p:nvSpPr>
          <p:spPr>
            <a:xfrm>
              <a:off x="7265257" y="3113121"/>
              <a:ext cx="209926" cy="93482"/>
            </a:xfrm>
            <a:custGeom>
              <a:avLst/>
              <a:gdLst/>
              <a:ahLst/>
              <a:cxnLst/>
              <a:rect l="l" t="t" r="r" b="b"/>
              <a:pathLst>
                <a:path w="209926" h="93482">
                  <a:moveTo>
                    <a:pt x="209926" y="6527"/>
                  </a:moveTo>
                  <a:lnTo>
                    <a:pt x="144016" y="79374"/>
                  </a:lnTo>
                  <a:lnTo>
                    <a:pt x="0" y="934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5" name="Polygon 395"/>
            <p:cNvSpPr/>
            <p:nvPr/>
          </p:nvSpPr>
          <p:spPr>
            <a:xfrm>
              <a:off x="9532929" y="308711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6" name="Polygon 396"/>
            <p:cNvSpPr/>
            <p:nvPr/>
          </p:nvSpPr>
          <p:spPr>
            <a:xfrm>
              <a:off x="5849485" y="3172787"/>
              <a:ext cx="209926" cy="134755"/>
            </a:xfrm>
            <a:custGeom>
              <a:avLst/>
              <a:gdLst/>
              <a:ahLst/>
              <a:cxnLst/>
              <a:rect l="l" t="t" r="r" b="b"/>
              <a:pathLst>
                <a:path w="209926" h="134755">
                  <a:moveTo>
                    <a:pt x="209926" y="134755"/>
                  </a:moveTo>
                  <a:lnTo>
                    <a:pt x="144016" y="106281"/>
                  </a:lnTo>
                  <a:lnTo>
                    <a:pt x="0" y="397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7" name="Polygon 397"/>
            <p:cNvSpPr/>
            <p:nvPr/>
          </p:nvSpPr>
          <p:spPr>
            <a:xfrm>
              <a:off x="4787657" y="3198775"/>
              <a:ext cx="209926" cy="227843"/>
            </a:xfrm>
            <a:custGeom>
              <a:avLst/>
              <a:gdLst/>
              <a:ahLst/>
              <a:cxnLst/>
              <a:rect l="l" t="t" r="r" b="b"/>
              <a:pathLst>
                <a:path w="209926" h="227843">
                  <a:moveTo>
                    <a:pt x="209926" y="79328"/>
                  </a:moveTo>
                  <a:lnTo>
                    <a:pt x="144016" y="227843"/>
                  </a:lnTo>
                  <a:lnTo>
                    <a:pt x="0" y="1191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8" name="Polygon 398"/>
            <p:cNvSpPr/>
            <p:nvPr/>
          </p:nvSpPr>
          <p:spPr>
            <a:xfrm>
              <a:off x="7619199" y="3073420"/>
              <a:ext cx="209926" cy="98519"/>
            </a:xfrm>
            <a:custGeom>
              <a:avLst/>
              <a:gdLst/>
              <a:ahLst/>
              <a:cxnLst/>
              <a:rect l="l" t="t" r="r" b="b"/>
              <a:pathLst>
                <a:path w="209926" h="98519">
                  <a:moveTo>
                    <a:pt x="209926" y="33882"/>
                  </a:moveTo>
                  <a:lnTo>
                    <a:pt x="144016" y="98519"/>
                  </a:lnTo>
                  <a:lnTo>
                    <a:pt x="0" y="664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399" name="Polygon 399"/>
            <p:cNvSpPr/>
            <p:nvPr/>
          </p:nvSpPr>
          <p:spPr>
            <a:xfrm>
              <a:off x="9178986" y="3093698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2"/>
                  </a:moveTo>
                  <a:lnTo>
                    <a:pt x="144016" y="113425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0" name="Polygon 400"/>
            <p:cNvSpPr/>
            <p:nvPr/>
          </p:nvSpPr>
          <p:spPr>
            <a:xfrm>
              <a:off x="5993501" y="3279068"/>
              <a:ext cx="209927" cy="167819"/>
            </a:xfrm>
            <a:custGeom>
              <a:avLst/>
              <a:gdLst/>
              <a:ahLst/>
              <a:cxnLst/>
              <a:rect l="l" t="t" r="r" b="b"/>
              <a:pathLst>
                <a:path w="209927" h="167819">
                  <a:moveTo>
                    <a:pt x="209927" y="167819"/>
                  </a:moveTo>
                  <a:lnTo>
                    <a:pt x="144017" y="68000"/>
                  </a:lnTo>
                  <a:lnTo>
                    <a:pt x="0" y="0"/>
                  </a:lnTo>
                  <a:lnTo>
                    <a:pt x="65910" y="28474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1" name="Polygon 401"/>
            <p:cNvSpPr/>
            <p:nvPr/>
          </p:nvSpPr>
          <p:spPr>
            <a:xfrm>
              <a:off x="7055329" y="3206603"/>
              <a:ext cx="209927" cy="156173"/>
            </a:xfrm>
            <a:custGeom>
              <a:avLst/>
              <a:gdLst/>
              <a:ahLst/>
              <a:cxnLst/>
              <a:rect l="l" t="t" r="r" b="b"/>
              <a:pathLst>
                <a:path w="209927" h="156173">
                  <a:moveTo>
                    <a:pt x="209927" y="0"/>
                  </a:moveTo>
                  <a:lnTo>
                    <a:pt x="144017" y="94443"/>
                  </a:lnTo>
                  <a:lnTo>
                    <a:pt x="0" y="156173"/>
                  </a:lnTo>
                  <a:lnTo>
                    <a:pt x="65910" y="31963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2" name="Polygon 402"/>
            <p:cNvSpPr/>
            <p:nvPr/>
          </p:nvSpPr>
          <p:spPr>
            <a:xfrm>
              <a:off x="8825043" y="3100287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3"/>
                  </a:moveTo>
                  <a:lnTo>
                    <a:pt x="144016" y="113424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3" name="Polygon 403"/>
            <p:cNvSpPr/>
            <p:nvPr/>
          </p:nvSpPr>
          <p:spPr>
            <a:xfrm>
              <a:off x="4289699" y="3113850"/>
              <a:ext cx="209926" cy="134109"/>
            </a:xfrm>
            <a:custGeom>
              <a:avLst/>
              <a:gdLst/>
              <a:ahLst/>
              <a:cxnLst/>
              <a:rect l="l" t="t" r="r" b="b"/>
              <a:pathLst>
                <a:path w="209926" h="134109">
                  <a:moveTo>
                    <a:pt x="209926" y="50099"/>
                  </a:moveTo>
                  <a:lnTo>
                    <a:pt x="144016" y="134109"/>
                  </a:lnTo>
                  <a:lnTo>
                    <a:pt x="0" y="795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4" name="Polygon 404"/>
            <p:cNvSpPr/>
            <p:nvPr/>
          </p:nvSpPr>
          <p:spPr>
            <a:xfrm>
              <a:off x="4931674" y="3278103"/>
              <a:ext cx="209927" cy="261668"/>
            </a:xfrm>
            <a:custGeom>
              <a:avLst/>
              <a:gdLst/>
              <a:ahLst/>
              <a:cxnLst/>
              <a:rect l="l" t="t" r="r" b="b"/>
              <a:pathLst>
                <a:path w="209927" h="261668">
                  <a:moveTo>
                    <a:pt x="209927" y="82009"/>
                  </a:moveTo>
                  <a:lnTo>
                    <a:pt x="144017" y="261668"/>
                  </a:lnTo>
                  <a:lnTo>
                    <a:pt x="0" y="14851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5" name="Polygon 405"/>
            <p:cNvSpPr/>
            <p:nvPr/>
          </p:nvSpPr>
          <p:spPr>
            <a:xfrm>
              <a:off x="8471101" y="3106635"/>
              <a:ext cx="209926" cy="113324"/>
            </a:xfrm>
            <a:custGeom>
              <a:avLst/>
              <a:gdLst/>
              <a:ahLst/>
              <a:cxnLst/>
              <a:rect l="l" t="t" r="r" b="b"/>
              <a:pathLst>
                <a:path w="209926" h="113324">
                  <a:moveTo>
                    <a:pt x="209926" y="35758"/>
                  </a:moveTo>
                  <a:lnTo>
                    <a:pt x="144016" y="113324"/>
                  </a:lnTo>
                  <a:lnTo>
                    <a:pt x="0" y="771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6" name="Polygon 406"/>
            <p:cNvSpPr/>
            <p:nvPr/>
          </p:nvSpPr>
          <p:spPr>
            <a:xfrm>
              <a:off x="6137519" y="3347068"/>
              <a:ext cx="209926" cy="214694"/>
            </a:xfrm>
            <a:custGeom>
              <a:avLst/>
              <a:gdLst/>
              <a:ahLst/>
              <a:cxnLst/>
              <a:rect l="l" t="t" r="r" b="b"/>
              <a:pathLst>
                <a:path w="209926" h="214694">
                  <a:moveTo>
                    <a:pt x="209926" y="214694"/>
                  </a:moveTo>
                  <a:lnTo>
                    <a:pt x="144016" y="60360"/>
                  </a:lnTo>
                  <a:lnTo>
                    <a:pt x="0" y="0"/>
                  </a:lnTo>
                  <a:lnTo>
                    <a:pt x="65910" y="99819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7" name="Polygon 407"/>
            <p:cNvSpPr/>
            <p:nvPr/>
          </p:nvSpPr>
          <p:spPr>
            <a:xfrm>
              <a:off x="3935756" y="3113522"/>
              <a:ext cx="209926" cy="115105"/>
            </a:xfrm>
            <a:custGeom>
              <a:avLst/>
              <a:gdLst/>
              <a:ahLst/>
              <a:cxnLst/>
              <a:rect l="l" t="t" r="r" b="b"/>
              <a:pathLst>
                <a:path w="209926" h="115105">
                  <a:moveTo>
                    <a:pt x="209926" y="37254"/>
                  </a:moveTo>
                  <a:lnTo>
                    <a:pt x="144016" y="115105"/>
                  </a:lnTo>
                  <a:lnTo>
                    <a:pt x="0" y="777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8" name="Polygon 408"/>
            <p:cNvSpPr/>
            <p:nvPr/>
          </p:nvSpPr>
          <p:spPr>
            <a:xfrm>
              <a:off x="8117158" y="3110471"/>
              <a:ext cx="209926" cy="112024"/>
            </a:xfrm>
            <a:custGeom>
              <a:avLst/>
              <a:gdLst/>
              <a:ahLst/>
              <a:cxnLst/>
              <a:rect l="l" t="t" r="r" b="b"/>
              <a:pathLst>
                <a:path w="209926" h="112024">
                  <a:moveTo>
                    <a:pt x="209926" y="36856"/>
                  </a:moveTo>
                  <a:lnTo>
                    <a:pt x="144016" y="112024"/>
                  </a:lnTo>
                  <a:lnTo>
                    <a:pt x="0" y="73295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09" name="Polygon 409"/>
            <p:cNvSpPr/>
            <p:nvPr/>
          </p:nvSpPr>
          <p:spPr>
            <a:xfrm>
              <a:off x="5075691" y="3360112"/>
              <a:ext cx="209926" cy="260458"/>
            </a:xfrm>
            <a:custGeom>
              <a:avLst/>
              <a:gdLst/>
              <a:ahLst/>
              <a:cxnLst/>
              <a:rect l="l" t="t" r="r" b="b"/>
              <a:pathLst>
                <a:path w="209926" h="260458">
                  <a:moveTo>
                    <a:pt x="209926" y="62650"/>
                  </a:moveTo>
                  <a:lnTo>
                    <a:pt x="144016" y="260458"/>
                  </a:lnTo>
                  <a:lnTo>
                    <a:pt x="0" y="1796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0" name="Polygon 410"/>
            <p:cNvSpPr/>
            <p:nvPr/>
          </p:nvSpPr>
          <p:spPr>
            <a:xfrm>
              <a:off x="5495543" y="3106428"/>
              <a:ext cx="209926" cy="150761"/>
            </a:xfrm>
            <a:custGeom>
              <a:avLst/>
              <a:gdLst/>
              <a:ahLst/>
              <a:cxnLst/>
              <a:rect l="l" t="t" r="r" b="b"/>
              <a:pathLst>
                <a:path w="209926" h="150761">
                  <a:moveTo>
                    <a:pt x="209926" y="47685"/>
                  </a:moveTo>
                  <a:lnTo>
                    <a:pt x="144016" y="148274"/>
                  </a:lnTo>
                  <a:lnTo>
                    <a:pt x="0" y="1507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1" name="Polygon 411"/>
            <p:cNvSpPr/>
            <p:nvPr/>
          </p:nvSpPr>
          <p:spPr>
            <a:xfrm>
              <a:off x="5285617" y="3230262"/>
              <a:ext cx="209926" cy="203883"/>
            </a:xfrm>
            <a:custGeom>
              <a:avLst/>
              <a:gdLst/>
              <a:ahLst/>
              <a:cxnLst/>
              <a:rect l="l" t="t" r="r" b="b"/>
              <a:pathLst>
                <a:path w="209926" h="203883">
                  <a:moveTo>
                    <a:pt x="209926" y="26927"/>
                  </a:moveTo>
                  <a:lnTo>
                    <a:pt x="144016" y="203883"/>
                  </a:lnTo>
                  <a:lnTo>
                    <a:pt x="0" y="1925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2" name="Polygon 412"/>
            <p:cNvSpPr/>
            <p:nvPr/>
          </p:nvSpPr>
          <p:spPr>
            <a:xfrm>
              <a:off x="3581813" y="3120681"/>
              <a:ext cx="209926" cy="113016"/>
            </a:xfrm>
            <a:custGeom>
              <a:avLst/>
              <a:gdLst/>
              <a:ahLst/>
              <a:cxnLst/>
              <a:rect l="l" t="t" r="r" b="b"/>
              <a:pathLst>
                <a:path w="209926" h="113016">
                  <a:moveTo>
                    <a:pt x="209926" y="35111"/>
                  </a:moveTo>
                  <a:lnTo>
                    <a:pt x="144016" y="113016"/>
                  </a:lnTo>
                  <a:lnTo>
                    <a:pt x="0" y="778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3" name="Polygon 413"/>
            <p:cNvSpPr/>
            <p:nvPr/>
          </p:nvSpPr>
          <p:spPr>
            <a:xfrm>
              <a:off x="4433715" y="3163949"/>
              <a:ext cx="209926" cy="159420"/>
            </a:xfrm>
            <a:custGeom>
              <a:avLst/>
              <a:gdLst/>
              <a:ahLst/>
              <a:cxnLst/>
              <a:rect l="l" t="t" r="r" b="b"/>
              <a:pathLst>
                <a:path w="209926" h="159420">
                  <a:moveTo>
                    <a:pt x="209926" y="66063"/>
                  </a:moveTo>
                  <a:lnTo>
                    <a:pt x="144016" y="159420"/>
                  </a:lnTo>
                  <a:lnTo>
                    <a:pt x="0" y="840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4" name="Polygon 414"/>
            <p:cNvSpPr/>
            <p:nvPr/>
          </p:nvSpPr>
          <p:spPr>
            <a:xfrm>
              <a:off x="7763215" y="3107303"/>
              <a:ext cx="209926" cy="104170"/>
            </a:xfrm>
            <a:custGeom>
              <a:avLst/>
              <a:gdLst/>
              <a:ahLst/>
              <a:cxnLst/>
              <a:rect l="l" t="t" r="r" b="b"/>
              <a:pathLst>
                <a:path w="209926" h="104170">
                  <a:moveTo>
                    <a:pt x="209926" y="37541"/>
                  </a:moveTo>
                  <a:lnTo>
                    <a:pt x="144016" y="104170"/>
                  </a:lnTo>
                  <a:lnTo>
                    <a:pt x="0" y="646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5" name="Polygon 415"/>
            <p:cNvSpPr/>
            <p:nvPr/>
          </p:nvSpPr>
          <p:spPr>
            <a:xfrm>
              <a:off x="6281535" y="3407428"/>
              <a:ext cx="209926" cy="219667"/>
            </a:xfrm>
            <a:custGeom>
              <a:avLst/>
              <a:gdLst/>
              <a:ahLst/>
              <a:cxnLst/>
              <a:rect l="l" t="t" r="r" b="b"/>
              <a:pathLst>
                <a:path w="209926" h="219667">
                  <a:moveTo>
                    <a:pt x="209926" y="219667"/>
                  </a:moveTo>
                  <a:lnTo>
                    <a:pt x="144016" y="44892"/>
                  </a:lnTo>
                  <a:lnTo>
                    <a:pt x="0" y="0"/>
                  </a:lnTo>
                  <a:lnTo>
                    <a:pt x="65910" y="154335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6" name="Polygon 416"/>
            <p:cNvSpPr/>
            <p:nvPr/>
          </p:nvSpPr>
          <p:spPr>
            <a:xfrm>
              <a:off x="9323002" y="3129310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1"/>
                  </a:moveTo>
                  <a:lnTo>
                    <a:pt x="144016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7" name="Polygon 417"/>
            <p:cNvSpPr/>
            <p:nvPr/>
          </p:nvSpPr>
          <p:spPr>
            <a:xfrm>
              <a:off x="7409273" y="3119648"/>
              <a:ext cx="209926" cy="82102"/>
            </a:xfrm>
            <a:custGeom>
              <a:avLst/>
              <a:gdLst/>
              <a:ahLst/>
              <a:cxnLst/>
              <a:rect l="l" t="t" r="r" b="b"/>
              <a:pathLst>
                <a:path w="209926" h="82102">
                  <a:moveTo>
                    <a:pt x="209926" y="20194"/>
                  </a:moveTo>
                  <a:lnTo>
                    <a:pt x="144016" y="82102"/>
                  </a:lnTo>
                  <a:lnTo>
                    <a:pt x="0" y="728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8" name="Polygon 418"/>
            <p:cNvSpPr/>
            <p:nvPr/>
          </p:nvSpPr>
          <p:spPr>
            <a:xfrm>
              <a:off x="8969059" y="3135901"/>
              <a:ext cx="209927" cy="113428"/>
            </a:xfrm>
            <a:custGeom>
              <a:avLst/>
              <a:gdLst/>
              <a:ahLst/>
              <a:cxnLst/>
              <a:rect l="l" t="t" r="r" b="b"/>
              <a:pathLst>
                <a:path w="209927" h="113428">
                  <a:moveTo>
                    <a:pt x="209927" y="35611"/>
                  </a:moveTo>
                  <a:lnTo>
                    <a:pt x="144017" y="113428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19" name="Polygon 419"/>
            <p:cNvSpPr/>
            <p:nvPr/>
          </p:nvSpPr>
          <p:spPr>
            <a:xfrm>
              <a:off x="8615117" y="3142393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81"/>
                  </a:moveTo>
                  <a:lnTo>
                    <a:pt x="144016" y="113424"/>
                  </a:lnTo>
                  <a:lnTo>
                    <a:pt x="0" y="775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0" name="Polygon 420"/>
            <p:cNvSpPr/>
            <p:nvPr/>
          </p:nvSpPr>
          <p:spPr>
            <a:xfrm>
              <a:off x="4577731" y="3230012"/>
              <a:ext cx="209926" cy="197348"/>
            </a:xfrm>
            <a:custGeom>
              <a:avLst/>
              <a:gdLst/>
              <a:ahLst/>
              <a:cxnLst/>
              <a:rect l="l" t="t" r="r" b="b"/>
              <a:pathLst>
                <a:path w="209926" h="197348">
                  <a:moveTo>
                    <a:pt x="209926" y="87934"/>
                  </a:moveTo>
                  <a:lnTo>
                    <a:pt x="144016" y="197348"/>
                  </a:lnTo>
                  <a:lnTo>
                    <a:pt x="0" y="933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1" name="Polygon 421"/>
            <p:cNvSpPr/>
            <p:nvPr/>
          </p:nvSpPr>
          <p:spPr>
            <a:xfrm>
              <a:off x="4865763" y="3426618"/>
              <a:ext cx="209927" cy="268788"/>
            </a:xfrm>
            <a:custGeom>
              <a:avLst/>
              <a:gdLst/>
              <a:ahLst/>
              <a:cxnLst/>
              <a:rect l="l" t="t" r="r" b="b"/>
              <a:pathLst>
                <a:path w="209927" h="268788">
                  <a:moveTo>
                    <a:pt x="209927" y="113153"/>
                  </a:moveTo>
                  <a:lnTo>
                    <a:pt x="144017" y="268788"/>
                  </a:lnTo>
                  <a:lnTo>
                    <a:pt x="0" y="1318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2" name="Polygon 422"/>
            <p:cNvSpPr/>
            <p:nvPr/>
          </p:nvSpPr>
          <p:spPr>
            <a:xfrm>
              <a:off x="4721747" y="3317946"/>
              <a:ext cx="209926" cy="240509"/>
            </a:xfrm>
            <a:custGeom>
              <a:avLst/>
              <a:gdLst/>
              <a:ahLst/>
              <a:cxnLst/>
              <a:rect l="l" t="t" r="r" b="b"/>
              <a:pathLst>
                <a:path w="209926" h="240509">
                  <a:moveTo>
                    <a:pt x="209926" y="108672"/>
                  </a:moveTo>
                  <a:lnTo>
                    <a:pt x="144016" y="240509"/>
                  </a:lnTo>
                  <a:lnTo>
                    <a:pt x="0" y="1094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3" name="Polygon 423"/>
            <p:cNvSpPr/>
            <p:nvPr/>
          </p:nvSpPr>
          <p:spPr>
            <a:xfrm>
              <a:off x="4079772" y="3150777"/>
              <a:ext cx="209927" cy="121108"/>
            </a:xfrm>
            <a:custGeom>
              <a:avLst/>
              <a:gdLst/>
              <a:ahLst/>
              <a:cxnLst/>
              <a:rect l="l" t="t" r="r" b="b"/>
              <a:pathLst>
                <a:path w="209927" h="121108">
                  <a:moveTo>
                    <a:pt x="209927" y="42638"/>
                  </a:moveTo>
                  <a:lnTo>
                    <a:pt x="144017" y="121108"/>
                  </a:lnTo>
                  <a:lnTo>
                    <a:pt x="0" y="778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4" name="Polygon 424"/>
            <p:cNvSpPr/>
            <p:nvPr/>
          </p:nvSpPr>
          <p:spPr>
            <a:xfrm>
              <a:off x="8261174" y="3147327"/>
              <a:ext cx="209926" cy="113014"/>
            </a:xfrm>
            <a:custGeom>
              <a:avLst/>
              <a:gdLst/>
              <a:ahLst/>
              <a:cxnLst/>
              <a:rect l="l" t="t" r="r" b="b"/>
              <a:pathLst>
                <a:path w="209926" h="113014">
                  <a:moveTo>
                    <a:pt x="209926" y="36502"/>
                  </a:moveTo>
                  <a:lnTo>
                    <a:pt x="144016" y="113014"/>
                  </a:lnTo>
                  <a:lnTo>
                    <a:pt x="0" y="7516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5" name="Polygon 425"/>
            <p:cNvSpPr/>
            <p:nvPr/>
          </p:nvSpPr>
          <p:spPr>
            <a:xfrm>
              <a:off x="5219707" y="3422762"/>
              <a:ext cx="209926" cy="197809"/>
            </a:xfrm>
            <a:custGeom>
              <a:avLst/>
              <a:gdLst/>
              <a:ahLst/>
              <a:cxnLst/>
              <a:rect l="l" t="t" r="r" b="b"/>
              <a:pathLst>
                <a:path w="209926" h="197809">
                  <a:moveTo>
                    <a:pt x="209926" y="11382"/>
                  </a:moveTo>
                  <a:lnTo>
                    <a:pt x="144016" y="192929"/>
                  </a:lnTo>
                  <a:lnTo>
                    <a:pt x="0" y="19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6" name="Polygon 426"/>
            <p:cNvSpPr/>
            <p:nvPr/>
          </p:nvSpPr>
          <p:spPr>
            <a:xfrm>
              <a:off x="5009780" y="3539771"/>
              <a:ext cx="209926" cy="250303"/>
            </a:xfrm>
            <a:custGeom>
              <a:avLst/>
              <a:gdLst/>
              <a:ahLst/>
              <a:cxnLst/>
              <a:rect l="l" t="t" r="r" b="b"/>
              <a:pathLst>
                <a:path w="209926" h="250303">
                  <a:moveTo>
                    <a:pt x="209926" y="80800"/>
                  </a:moveTo>
                  <a:lnTo>
                    <a:pt x="144016" y="250303"/>
                  </a:lnTo>
                  <a:lnTo>
                    <a:pt x="0" y="1556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7" name="Polygon 427"/>
            <p:cNvSpPr/>
            <p:nvPr/>
          </p:nvSpPr>
          <p:spPr>
            <a:xfrm>
              <a:off x="3725829" y="3155792"/>
              <a:ext cx="209926" cy="113356"/>
            </a:xfrm>
            <a:custGeom>
              <a:avLst/>
              <a:gdLst/>
              <a:ahLst/>
              <a:cxnLst/>
              <a:rect l="l" t="t" r="r" b="b"/>
              <a:pathLst>
                <a:path w="209926" h="113356">
                  <a:moveTo>
                    <a:pt x="209926" y="35437"/>
                  </a:moveTo>
                  <a:lnTo>
                    <a:pt x="144016" y="113356"/>
                  </a:lnTo>
                  <a:lnTo>
                    <a:pt x="0" y="779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8" name="Polygon 428"/>
            <p:cNvSpPr/>
            <p:nvPr/>
          </p:nvSpPr>
          <p:spPr>
            <a:xfrm>
              <a:off x="7907231" y="3144844"/>
              <a:ext cx="209927" cy="108971"/>
            </a:xfrm>
            <a:custGeom>
              <a:avLst/>
              <a:gdLst/>
              <a:ahLst/>
              <a:cxnLst/>
              <a:rect l="l" t="t" r="r" b="b"/>
              <a:pathLst>
                <a:path w="209927" h="108971">
                  <a:moveTo>
                    <a:pt x="209927" y="38922"/>
                  </a:moveTo>
                  <a:lnTo>
                    <a:pt x="144017" y="108971"/>
                  </a:lnTo>
                  <a:lnTo>
                    <a:pt x="0" y="666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29" name="Polygon 429"/>
            <p:cNvSpPr/>
            <p:nvPr/>
          </p:nvSpPr>
          <p:spPr>
            <a:xfrm>
              <a:off x="6779493" y="3467627"/>
              <a:ext cx="209926" cy="121706"/>
            </a:xfrm>
            <a:custGeom>
              <a:avLst/>
              <a:gdLst/>
              <a:ahLst/>
              <a:cxnLst/>
              <a:rect l="l" t="t" r="r" b="b"/>
              <a:pathLst>
                <a:path w="209926" h="121706">
                  <a:moveTo>
                    <a:pt x="209926" y="0"/>
                  </a:moveTo>
                  <a:lnTo>
                    <a:pt x="144016" y="53584"/>
                  </a:lnTo>
                  <a:lnTo>
                    <a:pt x="0" y="121706"/>
                  </a:lnTo>
                  <a:lnTo>
                    <a:pt x="65910" y="84385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0" name="Polygon 430"/>
            <p:cNvSpPr/>
            <p:nvPr/>
          </p:nvSpPr>
          <p:spPr>
            <a:xfrm>
              <a:off x="5639559" y="3154113"/>
              <a:ext cx="209926" cy="100589"/>
            </a:xfrm>
            <a:custGeom>
              <a:avLst/>
              <a:gdLst/>
              <a:ahLst/>
              <a:cxnLst/>
              <a:rect l="l" t="t" r="r" b="b"/>
              <a:pathLst>
                <a:path w="209926" h="100589">
                  <a:moveTo>
                    <a:pt x="209926" y="58388"/>
                  </a:moveTo>
                  <a:lnTo>
                    <a:pt x="144016" y="64330"/>
                  </a:lnTo>
                  <a:lnTo>
                    <a:pt x="0" y="1005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1" name="Polygon 431"/>
            <p:cNvSpPr/>
            <p:nvPr/>
          </p:nvSpPr>
          <p:spPr>
            <a:xfrm>
              <a:off x="7199346" y="3192494"/>
              <a:ext cx="209926" cy="108552"/>
            </a:xfrm>
            <a:custGeom>
              <a:avLst/>
              <a:gdLst/>
              <a:ahLst/>
              <a:cxnLst/>
              <a:rect l="l" t="t" r="r" b="b"/>
              <a:pathLst>
                <a:path w="209926" h="108552">
                  <a:moveTo>
                    <a:pt x="209926" y="0"/>
                  </a:moveTo>
                  <a:lnTo>
                    <a:pt x="144016" y="72541"/>
                  </a:lnTo>
                  <a:lnTo>
                    <a:pt x="0" y="108552"/>
                  </a:lnTo>
                  <a:lnTo>
                    <a:pt x="65910" y="14108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2" name="Polygon 432"/>
            <p:cNvSpPr/>
            <p:nvPr/>
          </p:nvSpPr>
          <p:spPr>
            <a:xfrm>
              <a:off x="3371887" y="3163259"/>
              <a:ext cx="209926" cy="113236"/>
            </a:xfrm>
            <a:custGeom>
              <a:avLst/>
              <a:gdLst/>
              <a:ahLst/>
              <a:cxnLst/>
              <a:rect l="l" t="t" r="r" b="b"/>
              <a:pathLst>
                <a:path w="209926" h="113236">
                  <a:moveTo>
                    <a:pt x="209926" y="35285"/>
                  </a:moveTo>
                  <a:lnTo>
                    <a:pt x="144016" y="113236"/>
                  </a:lnTo>
                  <a:lnTo>
                    <a:pt x="0" y="778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3" name="Polygon 433"/>
            <p:cNvSpPr/>
            <p:nvPr/>
          </p:nvSpPr>
          <p:spPr>
            <a:xfrm>
              <a:off x="6425551" y="3452320"/>
              <a:ext cx="209926" cy="180664"/>
            </a:xfrm>
            <a:custGeom>
              <a:avLst/>
              <a:gdLst/>
              <a:ahLst/>
              <a:cxnLst/>
              <a:rect l="l" t="t" r="r" b="b"/>
              <a:pathLst>
                <a:path w="209926" h="180664">
                  <a:moveTo>
                    <a:pt x="209926" y="180664"/>
                  </a:moveTo>
                  <a:lnTo>
                    <a:pt x="144016" y="26331"/>
                  </a:lnTo>
                  <a:lnTo>
                    <a:pt x="0" y="0"/>
                  </a:lnTo>
                  <a:lnTo>
                    <a:pt x="65910" y="174775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4" name="Polygon 434"/>
            <p:cNvSpPr/>
            <p:nvPr/>
          </p:nvSpPr>
          <p:spPr>
            <a:xfrm>
              <a:off x="6989419" y="3301046"/>
              <a:ext cx="209927" cy="166581"/>
            </a:xfrm>
            <a:custGeom>
              <a:avLst/>
              <a:gdLst/>
              <a:ahLst/>
              <a:cxnLst/>
              <a:rect l="l" t="t" r="r" b="b"/>
              <a:pathLst>
                <a:path w="209927" h="166581">
                  <a:moveTo>
                    <a:pt x="209927" y="0"/>
                  </a:moveTo>
                  <a:lnTo>
                    <a:pt x="144017" y="87504"/>
                  </a:lnTo>
                  <a:lnTo>
                    <a:pt x="0" y="166581"/>
                  </a:lnTo>
                  <a:lnTo>
                    <a:pt x="65910" y="6173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5" name="Polygon 435"/>
            <p:cNvSpPr/>
            <p:nvPr/>
          </p:nvSpPr>
          <p:spPr>
            <a:xfrm>
              <a:off x="9467018" y="3164921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2"/>
                  </a:moveTo>
                  <a:lnTo>
                    <a:pt x="144016" y="113425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6" name="Polygon 436"/>
            <p:cNvSpPr/>
            <p:nvPr/>
          </p:nvSpPr>
          <p:spPr>
            <a:xfrm>
              <a:off x="9113076" y="3171512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1"/>
                  </a:moveTo>
                  <a:lnTo>
                    <a:pt x="144016" y="113428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7" name="Polygon 437"/>
            <p:cNvSpPr/>
            <p:nvPr/>
          </p:nvSpPr>
          <p:spPr>
            <a:xfrm>
              <a:off x="5429633" y="3254702"/>
              <a:ext cx="209926" cy="179442"/>
            </a:xfrm>
            <a:custGeom>
              <a:avLst/>
              <a:gdLst/>
              <a:ahLst/>
              <a:cxnLst/>
              <a:rect l="l" t="t" r="r" b="b"/>
              <a:pathLst>
                <a:path w="209926" h="179442">
                  <a:moveTo>
                    <a:pt x="209926" y="0"/>
                  </a:moveTo>
                  <a:lnTo>
                    <a:pt x="144016" y="108768"/>
                  </a:lnTo>
                  <a:lnTo>
                    <a:pt x="0" y="179442"/>
                  </a:lnTo>
                  <a:lnTo>
                    <a:pt x="65910" y="2487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8" name="Polygon 438"/>
            <p:cNvSpPr/>
            <p:nvPr/>
          </p:nvSpPr>
          <p:spPr>
            <a:xfrm>
              <a:off x="7553289" y="3139842"/>
              <a:ext cx="209926" cy="91510"/>
            </a:xfrm>
            <a:custGeom>
              <a:avLst/>
              <a:gdLst/>
              <a:ahLst/>
              <a:cxnLst/>
              <a:rect l="l" t="t" r="r" b="b"/>
              <a:pathLst>
                <a:path w="209926" h="91510">
                  <a:moveTo>
                    <a:pt x="209926" y="32097"/>
                  </a:moveTo>
                  <a:lnTo>
                    <a:pt x="144016" y="91510"/>
                  </a:lnTo>
                  <a:lnTo>
                    <a:pt x="0" y="619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39" name="Polygon 439"/>
            <p:cNvSpPr/>
            <p:nvPr/>
          </p:nvSpPr>
          <p:spPr>
            <a:xfrm>
              <a:off x="8759133" y="3178073"/>
              <a:ext cx="209926" cy="113446"/>
            </a:xfrm>
            <a:custGeom>
              <a:avLst/>
              <a:gdLst/>
              <a:ahLst/>
              <a:cxnLst/>
              <a:rect l="l" t="t" r="r" b="b"/>
              <a:pathLst>
                <a:path w="209926" h="113446">
                  <a:moveTo>
                    <a:pt x="209926" y="35638"/>
                  </a:moveTo>
                  <a:lnTo>
                    <a:pt x="144016" y="113446"/>
                  </a:lnTo>
                  <a:lnTo>
                    <a:pt x="0" y="777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0" name="Polygon 440"/>
            <p:cNvSpPr/>
            <p:nvPr/>
          </p:nvSpPr>
          <p:spPr>
            <a:xfrm>
              <a:off x="4223789" y="3193414"/>
              <a:ext cx="209926" cy="134682"/>
            </a:xfrm>
            <a:custGeom>
              <a:avLst/>
              <a:gdLst/>
              <a:ahLst/>
              <a:cxnLst/>
              <a:rect l="l" t="t" r="r" b="b"/>
              <a:pathLst>
                <a:path w="209926" h="134682">
                  <a:moveTo>
                    <a:pt x="209926" y="54545"/>
                  </a:moveTo>
                  <a:lnTo>
                    <a:pt x="144016" y="134682"/>
                  </a:lnTo>
                  <a:lnTo>
                    <a:pt x="0" y="784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1" name="Polygon 441"/>
            <p:cNvSpPr/>
            <p:nvPr/>
          </p:nvSpPr>
          <p:spPr>
            <a:xfrm>
              <a:off x="8405191" y="3183828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6130"/>
                  </a:moveTo>
                  <a:lnTo>
                    <a:pt x="144016" y="113424"/>
                  </a:lnTo>
                  <a:lnTo>
                    <a:pt x="0" y="765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2" name="Polygon 442"/>
            <p:cNvSpPr/>
            <p:nvPr/>
          </p:nvSpPr>
          <p:spPr>
            <a:xfrm>
              <a:off x="5153797" y="3615691"/>
              <a:ext cx="209926" cy="174383"/>
            </a:xfrm>
            <a:custGeom>
              <a:avLst/>
              <a:gdLst/>
              <a:ahLst/>
              <a:cxnLst/>
              <a:rect l="l" t="t" r="r" b="b"/>
              <a:pathLst>
                <a:path w="209926" h="174383">
                  <a:moveTo>
                    <a:pt x="209926" y="0"/>
                  </a:moveTo>
                  <a:lnTo>
                    <a:pt x="144016" y="157076"/>
                  </a:lnTo>
                  <a:lnTo>
                    <a:pt x="0" y="174383"/>
                  </a:lnTo>
                  <a:lnTo>
                    <a:pt x="65910" y="488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3" name="Polygon 443"/>
            <p:cNvSpPr/>
            <p:nvPr/>
          </p:nvSpPr>
          <p:spPr>
            <a:xfrm>
              <a:off x="3869846" y="3191228"/>
              <a:ext cx="209926" cy="115172"/>
            </a:xfrm>
            <a:custGeom>
              <a:avLst/>
              <a:gdLst/>
              <a:ahLst/>
              <a:cxnLst/>
              <a:rect l="l" t="t" r="r" b="b"/>
              <a:pathLst>
                <a:path w="209926" h="115172">
                  <a:moveTo>
                    <a:pt x="209926" y="37399"/>
                  </a:moveTo>
                  <a:lnTo>
                    <a:pt x="144016" y="115172"/>
                  </a:lnTo>
                  <a:lnTo>
                    <a:pt x="0" y="779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4" name="Polygon 444"/>
            <p:cNvSpPr/>
            <p:nvPr/>
          </p:nvSpPr>
          <p:spPr>
            <a:xfrm>
              <a:off x="8051248" y="3183766"/>
              <a:ext cx="209926" cy="112001"/>
            </a:xfrm>
            <a:custGeom>
              <a:avLst/>
              <a:gdLst/>
              <a:ahLst/>
              <a:cxnLst/>
              <a:rect l="l" t="t" r="r" b="b"/>
              <a:pathLst>
                <a:path w="209926" h="112001">
                  <a:moveTo>
                    <a:pt x="209926" y="38730"/>
                  </a:moveTo>
                  <a:lnTo>
                    <a:pt x="144016" y="112001"/>
                  </a:lnTo>
                  <a:lnTo>
                    <a:pt x="0" y="7004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5" name="Polygon 445"/>
            <p:cNvSpPr/>
            <p:nvPr/>
          </p:nvSpPr>
          <p:spPr>
            <a:xfrm>
              <a:off x="3515903" y="3198545"/>
              <a:ext cx="209926" cy="113210"/>
            </a:xfrm>
            <a:custGeom>
              <a:avLst/>
              <a:gdLst/>
              <a:ahLst/>
              <a:cxnLst/>
              <a:rect l="l" t="t" r="r" b="b"/>
              <a:pathLst>
                <a:path w="209926" h="113210">
                  <a:moveTo>
                    <a:pt x="209926" y="35152"/>
                  </a:moveTo>
                  <a:lnTo>
                    <a:pt x="144016" y="113210"/>
                  </a:lnTo>
                  <a:lnTo>
                    <a:pt x="0" y="779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6" name="Polygon 446"/>
            <p:cNvSpPr/>
            <p:nvPr/>
          </p:nvSpPr>
          <p:spPr>
            <a:xfrm>
              <a:off x="4367805" y="3247959"/>
              <a:ext cx="209926" cy="159050"/>
            </a:xfrm>
            <a:custGeom>
              <a:avLst/>
              <a:gdLst/>
              <a:ahLst/>
              <a:cxnLst/>
              <a:rect l="l" t="t" r="r" b="b"/>
              <a:pathLst>
                <a:path w="209926" h="159050">
                  <a:moveTo>
                    <a:pt x="209926" y="75409"/>
                  </a:moveTo>
                  <a:lnTo>
                    <a:pt x="144016" y="159050"/>
                  </a:lnTo>
                  <a:lnTo>
                    <a:pt x="0" y="801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7" name="Polygon 447"/>
            <p:cNvSpPr/>
            <p:nvPr/>
          </p:nvSpPr>
          <p:spPr>
            <a:xfrm>
              <a:off x="9257092" y="3207123"/>
              <a:ext cx="209926" cy="113427"/>
            </a:xfrm>
            <a:custGeom>
              <a:avLst/>
              <a:gdLst/>
              <a:ahLst/>
              <a:cxnLst/>
              <a:rect l="l" t="t" r="r" b="b"/>
              <a:pathLst>
                <a:path w="209926" h="113427">
                  <a:moveTo>
                    <a:pt x="209926" y="35612"/>
                  </a:moveTo>
                  <a:lnTo>
                    <a:pt x="144016" y="113427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8" name="Polygon 448"/>
            <p:cNvSpPr/>
            <p:nvPr/>
          </p:nvSpPr>
          <p:spPr>
            <a:xfrm>
              <a:off x="4799853" y="3558455"/>
              <a:ext cx="209927" cy="243945"/>
            </a:xfrm>
            <a:custGeom>
              <a:avLst/>
              <a:gdLst/>
              <a:ahLst/>
              <a:cxnLst/>
              <a:rect l="l" t="t" r="r" b="b"/>
              <a:pathLst>
                <a:path w="209927" h="243945">
                  <a:moveTo>
                    <a:pt x="209927" y="136950"/>
                  </a:moveTo>
                  <a:lnTo>
                    <a:pt x="144017" y="243945"/>
                  </a:lnTo>
                  <a:lnTo>
                    <a:pt x="0" y="980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49" name="Polygon 449"/>
            <p:cNvSpPr/>
            <p:nvPr/>
          </p:nvSpPr>
          <p:spPr>
            <a:xfrm>
              <a:off x="4943870" y="3695406"/>
              <a:ext cx="209926" cy="206863"/>
            </a:xfrm>
            <a:custGeom>
              <a:avLst/>
              <a:gdLst/>
              <a:ahLst/>
              <a:cxnLst/>
              <a:rect l="l" t="t" r="r" b="b"/>
              <a:pathLst>
                <a:path w="209926" h="206863">
                  <a:moveTo>
                    <a:pt x="209926" y="94668"/>
                  </a:moveTo>
                  <a:lnTo>
                    <a:pt x="144016" y="206863"/>
                  </a:lnTo>
                  <a:lnTo>
                    <a:pt x="0" y="1069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0" name="Polygon 450"/>
            <p:cNvSpPr/>
            <p:nvPr/>
          </p:nvSpPr>
          <p:spPr>
            <a:xfrm>
              <a:off x="5783575" y="3156376"/>
              <a:ext cx="209926" cy="122692"/>
            </a:xfrm>
            <a:custGeom>
              <a:avLst/>
              <a:gdLst/>
              <a:ahLst/>
              <a:cxnLst/>
              <a:rect l="l" t="t" r="r" b="b"/>
              <a:pathLst>
                <a:path w="209926" h="122692">
                  <a:moveTo>
                    <a:pt x="209926" y="122692"/>
                  </a:moveTo>
                  <a:lnTo>
                    <a:pt x="144016" y="0"/>
                  </a:lnTo>
                  <a:lnTo>
                    <a:pt x="0" y="62067"/>
                  </a:lnTo>
                  <a:lnTo>
                    <a:pt x="65910" y="56125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1" name="Polygon 451"/>
            <p:cNvSpPr/>
            <p:nvPr/>
          </p:nvSpPr>
          <p:spPr>
            <a:xfrm>
              <a:off x="7697305" y="3171939"/>
              <a:ext cx="209926" cy="101730"/>
            </a:xfrm>
            <a:custGeom>
              <a:avLst/>
              <a:gdLst/>
              <a:ahLst/>
              <a:cxnLst/>
              <a:rect l="l" t="t" r="r" b="b"/>
              <a:pathLst>
                <a:path w="209926" h="101730">
                  <a:moveTo>
                    <a:pt x="209926" y="39534"/>
                  </a:moveTo>
                  <a:lnTo>
                    <a:pt x="144016" y="101730"/>
                  </a:lnTo>
                  <a:lnTo>
                    <a:pt x="0" y="594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2" name="Polygon 452"/>
            <p:cNvSpPr/>
            <p:nvPr/>
          </p:nvSpPr>
          <p:spPr>
            <a:xfrm>
              <a:off x="8903149" y="3213711"/>
              <a:ext cx="209927" cy="113441"/>
            </a:xfrm>
            <a:custGeom>
              <a:avLst/>
              <a:gdLst/>
              <a:ahLst/>
              <a:cxnLst/>
              <a:rect l="l" t="t" r="r" b="b"/>
              <a:pathLst>
                <a:path w="209927" h="113441">
                  <a:moveTo>
                    <a:pt x="209927" y="35617"/>
                  </a:moveTo>
                  <a:lnTo>
                    <a:pt x="144017" y="113441"/>
                  </a:lnTo>
                  <a:lnTo>
                    <a:pt x="0" y="778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3" name="Polygon 453"/>
            <p:cNvSpPr/>
            <p:nvPr/>
          </p:nvSpPr>
          <p:spPr>
            <a:xfrm>
              <a:off x="4511821" y="3323369"/>
              <a:ext cx="209926" cy="193654"/>
            </a:xfrm>
            <a:custGeom>
              <a:avLst/>
              <a:gdLst/>
              <a:ahLst/>
              <a:cxnLst/>
              <a:rect l="l" t="t" r="r" b="b"/>
              <a:pathLst>
                <a:path w="209926" h="193654">
                  <a:moveTo>
                    <a:pt x="209926" y="103991"/>
                  </a:moveTo>
                  <a:lnTo>
                    <a:pt x="144016" y="193654"/>
                  </a:lnTo>
                  <a:lnTo>
                    <a:pt x="0" y="836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4" name="Polygon 454"/>
            <p:cNvSpPr/>
            <p:nvPr/>
          </p:nvSpPr>
          <p:spPr>
            <a:xfrm>
              <a:off x="4655837" y="3427360"/>
              <a:ext cx="209926" cy="229166"/>
            </a:xfrm>
            <a:custGeom>
              <a:avLst/>
              <a:gdLst/>
              <a:ahLst/>
              <a:cxnLst/>
              <a:rect l="l" t="t" r="r" b="b"/>
              <a:pathLst>
                <a:path w="209926" h="229166">
                  <a:moveTo>
                    <a:pt x="209926" y="131095"/>
                  </a:moveTo>
                  <a:lnTo>
                    <a:pt x="144016" y="229166"/>
                  </a:lnTo>
                  <a:lnTo>
                    <a:pt x="0" y="896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5" name="Polygon 455"/>
            <p:cNvSpPr/>
            <p:nvPr/>
          </p:nvSpPr>
          <p:spPr>
            <a:xfrm>
              <a:off x="6569567" y="3478651"/>
              <a:ext cx="209926" cy="154334"/>
            </a:xfrm>
            <a:custGeom>
              <a:avLst/>
              <a:gdLst/>
              <a:ahLst/>
              <a:cxnLst/>
              <a:rect l="l" t="t" r="r" b="b"/>
              <a:pathLst>
                <a:path w="209926" h="154334">
                  <a:moveTo>
                    <a:pt x="209926" y="110681"/>
                  </a:moveTo>
                  <a:lnTo>
                    <a:pt x="144016" y="10863"/>
                  </a:lnTo>
                  <a:lnTo>
                    <a:pt x="0" y="0"/>
                  </a:lnTo>
                  <a:lnTo>
                    <a:pt x="65910" y="154334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6" name="Polygon 456"/>
            <p:cNvSpPr/>
            <p:nvPr/>
          </p:nvSpPr>
          <p:spPr>
            <a:xfrm>
              <a:off x="7343363" y="3192494"/>
              <a:ext cx="209926" cy="72541"/>
            </a:xfrm>
            <a:custGeom>
              <a:avLst/>
              <a:gdLst/>
              <a:ahLst/>
              <a:cxnLst/>
              <a:rect l="l" t="t" r="r" b="b"/>
              <a:pathLst>
                <a:path w="209926" h="72541">
                  <a:moveTo>
                    <a:pt x="209926" y="9255"/>
                  </a:moveTo>
                  <a:lnTo>
                    <a:pt x="144016" y="70187"/>
                  </a:lnTo>
                  <a:lnTo>
                    <a:pt x="0" y="725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7" name="Polygon 457"/>
            <p:cNvSpPr/>
            <p:nvPr/>
          </p:nvSpPr>
          <p:spPr>
            <a:xfrm>
              <a:off x="8549207" y="3219959"/>
              <a:ext cx="209926" cy="113524"/>
            </a:xfrm>
            <a:custGeom>
              <a:avLst/>
              <a:gdLst/>
              <a:ahLst/>
              <a:cxnLst/>
              <a:rect l="l" t="t" r="r" b="b"/>
              <a:pathLst>
                <a:path w="209926" h="113524">
                  <a:moveTo>
                    <a:pt x="209926" y="35858"/>
                  </a:moveTo>
                  <a:lnTo>
                    <a:pt x="144016" y="113524"/>
                  </a:lnTo>
                  <a:lnTo>
                    <a:pt x="0" y="772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8" name="Polygon 458"/>
            <p:cNvSpPr/>
            <p:nvPr/>
          </p:nvSpPr>
          <p:spPr>
            <a:xfrm>
              <a:off x="5363723" y="3363470"/>
              <a:ext cx="209926" cy="252221"/>
            </a:xfrm>
            <a:custGeom>
              <a:avLst/>
              <a:gdLst/>
              <a:ahLst/>
              <a:cxnLst/>
              <a:rect l="l" t="t" r="r" b="b"/>
              <a:pathLst>
                <a:path w="209926" h="252221">
                  <a:moveTo>
                    <a:pt x="209926" y="0"/>
                  </a:moveTo>
                  <a:lnTo>
                    <a:pt x="144016" y="110201"/>
                  </a:lnTo>
                  <a:lnTo>
                    <a:pt x="0" y="252221"/>
                  </a:lnTo>
                  <a:lnTo>
                    <a:pt x="65910" y="70675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59" name="Polygon 459"/>
            <p:cNvSpPr/>
            <p:nvPr/>
          </p:nvSpPr>
          <p:spPr>
            <a:xfrm>
              <a:off x="4013862" y="3228627"/>
              <a:ext cx="209927" cy="120412"/>
            </a:xfrm>
            <a:custGeom>
              <a:avLst/>
              <a:gdLst/>
              <a:ahLst/>
              <a:cxnLst/>
              <a:rect l="l" t="t" r="r" b="b"/>
              <a:pathLst>
                <a:path w="209927" h="120412">
                  <a:moveTo>
                    <a:pt x="209927" y="43257"/>
                  </a:moveTo>
                  <a:lnTo>
                    <a:pt x="144017" y="120412"/>
                  </a:lnTo>
                  <a:lnTo>
                    <a:pt x="0" y="777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0" name="Polygon 460"/>
            <p:cNvSpPr/>
            <p:nvPr/>
          </p:nvSpPr>
          <p:spPr>
            <a:xfrm>
              <a:off x="8195264" y="3222495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7846"/>
                  </a:moveTo>
                  <a:lnTo>
                    <a:pt x="144016" y="113424"/>
                  </a:lnTo>
                  <a:lnTo>
                    <a:pt x="0" y="732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1" name="Polygon 461"/>
            <p:cNvSpPr/>
            <p:nvPr/>
          </p:nvSpPr>
          <p:spPr>
            <a:xfrm>
              <a:off x="3659919" y="3233697"/>
              <a:ext cx="209926" cy="113547"/>
            </a:xfrm>
            <a:custGeom>
              <a:avLst/>
              <a:gdLst/>
              <a:ahLst/>
              <a:cxnLst/>
              <a:rect l="l" t="t" r="r" b="b"/>
              <a:pathLst>
                <a:path w="209926" h="113547">
                  <a:moveTo>
                    <a:pt x="209926" y="35451"/>
                  </a:moveTo>
                  <a:lnTo>
                    <a:pt x="144016" y="113547"/>
                  </a:lnTo>
                  <a:lnTo>
                    <a:pt x="0" y="780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2" name="Polygon 462"/>
            <p:cNvSpPr/>
            <p:nvPr/>
          </p:nvSpPr>
          <p:spPr>
            <a:xfrm>
              <a:off x="7133436" y="3265036"/>
              <a:ext cx="209926" cy="123514"/>
            </a:xfrm>
            <a:custGeom>
              <a:avLst/>
              <a:gdLst/>
              <a:ahLst/>
              <a:cxnLst/>
              <a:rect l="l" t="t" r="r" b="b"/>
              <a:pathLst>
                <a:path w="209926" h="123514">
                  <a:moveTo>
                    <a:pt x="209926" y="0"/>
                  </a:moveTo>
                  <a:lnTo>
                    <a:pt x="144016" y="74741"/>
                  </a:lnTo>
                  <a:lnTo>
                    <a:pt x="0" y="123514"/>
                  </a:lnTo>
                  <a:lnTo>
                    <a:pt x="65910" y="3601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3" name="Polygon 463"/>
            <p:cNvSpPr/>
            <p:nvPr/>
          </p:nvSpPr>
          <p:spPr>
            <a:xfrm>
              <a:off x="3305977" y="3241133"/>
              <a:ext cx="209926" cy="113355"/>
            </a:xfrm>
            <a:custGeom>
              <a:avLst/>
              <a:gdLst/>
              <a:ahLst/>
              <a:cxnLst/>
              <a:rect l="l" t="t" r="r" b="b"/>
              <a:pathLst>
                <a:path w="209926" h="113355">
                  <a:moveTo>
                    <a:pt x="209926" y="35363"/>
                  </a:moveTo>
                  <a:lnTo>
                    <a:pt x="144016" y="113355"/>
                  </a:lnTo>
                  <a:lnTo>
                    <a:pt x="0" y="778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4" name="Polygon 464"/>
            <p:cNvSpPr/>
            <p:nvPr/>
          </p:nvSpPr>
          <p:spPr>
            <a:xfrm>
              <a:off x="6923509" y="3388550"/>
              <a:ext cx="209927" cy="132660"/>
            </a:xfrm>
            <a:custGeom>
              <a:avLst/>
              <a:gdLst/>
              <a:ahLst/>
              <a:cxnLst/>
              <a:rect l="l" t="t" r="r" b="b"/>
              <a:pathLst>
                <a:path w="209927" h="132660">
                  <a:moveTo>
                    <a:pt x="209927" y="0"/>
                  </a:moveTo>
                  <a:lnTo>
                    <a:pt x="144017" y="69128"/>
                  </a:lnTo>
                  <a:lnTo>
                    <a:pt x="0" y="132660"/>
                  </a:lnTo>
                  <a:lnTo>
                    <a:pt x="65910" y="79077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5" name="Polygon 465"/>
            <p:cNvSpPr/>
            <p:nvPr/>
          </p:nvSpPr>
          <p:spPr>
            <a:xfrm>
              <a:off x="9401108" y="3242735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1"/>
                  </a:moveTo>
                  <a:lnTo>
                    <a:pt x="144016" y="113425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6" name="Polygon 466"/>
            <p:cNvSpPr/>
            <p:nvPr/>
          </p:nvSpPr>
          <p:spPr>
            <a:xfrm>
              <a:off x="5087886" y="3772767"/>
              <a:ext cx="209926" cy="129502"/>
            </a:xfrm>
            <a:custGeom>
              <a:avLst/>
              <a:gdLst/>
              <a:ahLst/>
              <a:cxnLst/>
              <a:rect l="l" t="t" r="r" b="b"/>
              <a:pathLst>
                <a:path w="209926" h="129502">
                  <a:moveTo>
                    <a:pt x="209926" y="0"/>
                  </a:moveTo>
                  <a:lnTo>
                    <a:pt x="144016" y="107534"/>
                  </a:lnTo>
                  <a:lnTo>
                    <a:pt x="0" y="129502"/>
                  </a:lnTo>
                  <a:lnTo>
                    <a:pt x="65910" y="17307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7" name="Polygon 467"/>
            <p:cNvSpPr/>
            <p:nvPr/>
          </p:nvSpPr>
          <p:spPr>
            <a:xfrm>
              <a:off x="7841321" y="3211473"/>
              <a:ext cx="209927" cy="109313"/>
            </a:xfrm>
            <a:custGeom>
              <a:avLst/>
              <a:gdLst/>
              <a:ahLst/>
              <a:cxnLst/>
              <a:rect l="l" t="t" r="r" b="b"/>
              <a:pathLst>
                <a:path w="209927" h="109313">
                  <a:moveTo>
                    <a:pt x="209927" y="42341"/>
                  </a:moveTo>
                  <a:lnTo>
                    <a:pt x="144017" y="109313"/>
                  </a:lnTo>
                  <a:lnTo>
                    <a:pt x="0" y="621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8" name="Polygon 468"/>
            <p:cNvSpPr/>
            <p:nvPr/>
          </p:nvSpPr>
          <p:spPr>
            <a:xfrm>
              <a:off x="9047166" y="3249328"/>
              <a:ext cx="209926" cy="113433"/>
            </a:xfrm>
            <a:custGeom>
              <a:avLst/>
              <a:gdLst/>
              <a:ahLst/>
              <a:cxnLst/>
              <a:rect l="l" t="t" r="r" b="b"/>
              <a:pathLst>
                <a:path w="209926" h="113433">
                  <a:moveTo>
                    <a:pt x="209926" y="35611"/>
                  </a:moveTo>
                  <a:lnTo>
                    <a:pt x="144016" y="113433"/>
                  </a:lnTo>
                  <a:lnTo>
                    <a:pt x="0" y="778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69" name="Polygon 469"/>
            <p:cNvSpPr/>
            <p:nvPr/>
          </p:nvSpPr>
          <p:spPr>
            <a:xfrm>
              <a:off x="5573649" y="3198577"/>
              <a:ext cx="209926" cy="164893"/>
            </a:xfrm>
            <a:custGeom>
              <a:avLst/>
              <a:gdLst/>
              <a:ahLst/>
              <a:cxnLst/>
              <a:rect l="l" t="t" r="r" b="b"/>
              <a:pathLst>
                <a:path w="209926" h="164893">
                  <a:moveTo>
                    <a:pt x="209926" y="19866"/>
                  </a:moveTo>
                  <a:lnTo>
                    <a:pt x="144016" y="0"/>
                  </a:lnTo>
                  <a:lnTo>
                    <a:pt x="0" y="164893"/>
                  </a:lnTo>
                  <a:lnTo>
                    <a:pt x="65910" y="56125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0" name="Polygon 470"/>
            <p:cNvSpPr/>
            <p:nvPr/>
          </p:nvSpPr>
          <p:spPr>
            <a:xfrm>
              <a:off x="8693223" y="3255816"/>
              <a:ext cx="209926" cy="113507"/>
            </a:xfrm>
            <a:custGeom>
              <a:avLst/>
              <a:gdLst/>
              <a:ahLst/>
              <a:cxnLst/>
              <a:rect l="l" t="t" r="r" b="b"/>
              <a:pathLst>
                <a:path w="209926" h="113507">
                  <a:moveTo>
                    <a:pt x="209926" y="35703"/>
                  </a:moveTo>
                  <a:lnTo>
                    <a:pt x="144016" y="113507"/>
                  </a:lnTo>
                  <a:lnTo>
                    <a:pt x="0" y="776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1" name="Polygon 471"/>
            <p:cNvSpPr/>
            <p:nvPr/>
          </p:nvSpPr>
          <p:spPr>
            <a:xfrm>
              <a:off x="4157879" y="3271884"/>
              <a:ext cx="209926" cy="131700"/>
            </a:xfrm>
            <a:custGeom>
              <a:avLst/>
              <a:gdLst/>
              <a:ahLst/>
              <a:cxnLst/>
              <a:rect l="l" t="t" r="r" b="b"/>
              <a:pathLst>
                <a:path w="209926" h="131700">
                  <a:moveTo>
                    <a:pt x="209926" y="56212"/>
                  </a:moveTo>
                  <a:lnTo>
                    <a:pt x="144016" y="131700"/>
                  </a:lnTo>
                  <a:lnTo>
                    <a:pt x="0" y="771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2" name="Polygon 472"/>
            <p:cNvSpPr/>
            <p:nvPr/>
          </p:nvSpPr>
          <p:spPr>
            <a:xfrm>
              <a:off x="5927591" y="3089787"/>
              <a:ext cx="209927" cy="257281"/>
            </a:xfrm>
            <a:custGeom>
              <a:avLst/>
              <a:gdLst/>
              <a:ahLst/>
              <a:cxnLst/>
              <a:rect l="l" t="t" r="r" b="b"/>
              <a:pathLst>
                <a:path w="209927" h="257281">
                  <a:moveTo>
                    <a:pt x="209927" y="257281"/>
                  </a:moveTo>
                  <a:lnTo>
                    <a:pt x="144017" y="0"/>
                  </a:lnTo>
                  <a:lnTo>
                    <a:pt x="0" y="66589"/>
                  </a:lnTo>
                  <a:lnTo>
                    <a:pt x="65910" y="189281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3" name="Polygon 473"/>
            <p:cNvSpPr/>
            <p:nvPr/>
          </p:nvSpPr>
          <p:spPr>
            <a:xfrm>
              <a:off x="7487379" y="3201750"/>
              <a:ext cx="209926" cy="87888"/>
            </a:xfrm>
            <a:custGeom>
              <a:avLst/>
              <a:gdLst/>
              <a:ahLst/>
              <a:cxnLst/>
              <a:rect l="l" t="t" r="r" b="b"/>
              <a:pathLst>
                <a:path w="209926" h="87888">
                  <a:moveTo>
                    <a:pt x="209926" y="29603"/>
                  </a:moveTo>
                  <a:lnTo>
                    <a:pt x="144016" y="87888"/>
                  </a:lnTo>
                  <a:lnTo>
                    <a:pt x="0" y="609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4" name="Polygon 474"/>
            <p:cNvSpPr/>
            <p:nvPr/>
          </p:nvSpPr>
          <p:spPr>
            <a:xfrm>
              <a:off x="8339280" y="3260341"/>
              <a:ext cx="209926" cy="113833"/>
            </a:xfrm>
            <a:custGeom>
              <a:avLst/>
              <a:gdLst/>
              <a:ahLst/>
              <a:cxnLst/>
              <a:rect l="l" t="t" r="r" b="b"/>
              <a:pathLst>
                <a:path w="209926" h="113833">
                  <a:moveTo>
                    <a:pt x="209926" y="36911"/>
                  </a:moveTo>
                  <a:lnTo>
                    <a:pt x="144016" y="113833"/>
                  </a:lnTo>
                  <a:lnTo>
                    <a:pt x="0" y="755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5" name="Polygon 475"/>
            <p:cNvSpPr/>
            <p:nvPr/>
          </p:nvSpPr>
          <p:spPr>
            <a:xfrm>
              <a:off x="3803935" y="3269148"/>
              <a:ext cx="209926" cy="114964"/>
            </a:xfrm>
            <a:custGeom>
              <a:avLst/>
              <a:gdLst/>
              <a:ahLst/>
              <a:cxnLst/>
              <a:rect l="l" t="t" r="r" b="b"/>
              <a:pathLst>
                <a:path w="209926" h="114964">
                  <a:moveTo>
                    <a:pt x="209926" y="37253"/>
                  </a:moveTo>
                  <a:lnTo>
                    <a:pt x="144017" y="114964"/>
                  </a:lnTo>
                  <a:lnTo>
                    <a:pt x="0" y="780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6" name="Polygon 476"/>
            <p:cNvSpPr/>
            <p:nvPr/>
          </p:nvSpPr>
          <p:spPr>
            <a:xfrm>
              <a:off x="6713583" y="3489514"/>
              <a:ext cx="209926" cy="99818"/>
            </a:xfrm>
            <a:custGeom>
              <a:avLst/>
              <a:gdLst/>
              <a:ahLst/>
              <a:cxnLst/>
              <a:rect l="l" t="t" r="r" b="b"/>
              <a:pathLst>
                <a:path w="209926" h="99818">
                  <a:moveTo>
                    <a:pt x="209926" y="31696"/>
                  </a:moveTo>
                  <a:lnTo>
                    <a:pt x="144016" y="3222"/>
                  </a:lnTo>
                  <a:lnTo>
                    <a:pt x="0" y="0"/>
                  </a:lnTo>
                  <a:lnTo>
                    <a:pt x="65910" y="99818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7" name="Polygon 477"/>
            <p:cNvSpPr/>
            <p:nvPr/>
          </p:nvSpPr>
          <p:spPr>
            <a:xfrm>
              <a:off x="7985338" y="3253814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41952"/>
                  </a:moveTo>
                  <a:lnTo>
                    <a:pt x="144016" y="113424"/>
                  </a:lnTo>
                  <a:lnTo>
                    <a:pt x="0" y="669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8" name="Polygon 478"/>
            <p:cNvSpPr/>
            <p:nvPr/>
          </p:nvSpPr>
          <p:spPr>
            <a:xfrm>
              <a:off x="5297813" y="3473671"/>
              <a:ext cx="209926" cy="299095"/>
            </a:xfrm>
            <a:custGeom>
              <a:avLst/>
              <a:gdLst/>
              <a:ahLst/>
              <a:cxnLst/>
              <a:rect l="l" t="t" r="r" b="b"/>
              <a:pathLst>
                <a:path w="209926" h="299095">
                  <a:moveTo>
                    <a:pt x="209926" y="0"/>
                  </a:moveTo>
                  <a:lnTo>
                    <a:pt x="144016" y="102560"/>
                  </a:lnTo>
                  <a:lnTo>
                    <a:pt x="0" y="299095"/>
                  </a:lnTo>
                  <a:lnTo>
                    <a:pt x="65910" y="142020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79" name="Polygon 479"/>
            <p:cNvSpPr/>
            <p:nvPr/>
          </p:nvSpPr>
          <p:spPr>
            <a:xfrm>
              <a:off x="3449993" y="3276495"/>
              <a:ext cx="209926" cy="113393"/>
            </a:xfrm>
            <a:custGeom>
              <a:avLst/>
              <a:gdLst/>
              <a:ahLst/>
              <a:cxnLst/>
              <a:rect l="l" t="t" r="r" b="b"/>
              <a:pathLst>
                <a:path w="209926" h="113393">
                  <a:moveTo>
                    <a:pt x="209926" y="35260"/>
                  </a:moveTo>
                  <a:lnTo>
                    <a:pt x="144016" y="113393"/>
                  </a:lnTo>
                  <a:lnTo>
                    <a:pt x="0" y="779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0" name="Polygon 480"/>
            <p:cNvSpPr/>
            <p:nvPr/>
          </p:nvSpPr>
          <p:spPr>
            <a:xfrm>
              <a:off x="4301895" y="3328096"/>
              <a:ext cx="209926" cy="150897"/>
            </a:xfrm>
            <a:custGeom>
              <a:avLst/>
              <a:gdLst/>
              <a:ahLst/>
              <a:cxnLst/>
              <a:rect l="l" t="t" r="r" b="b"/>
              <a:pathLst>
                <a:path w="209926" h="150897">
                  <a:moveTo>
                    <a:pt x="209926" y="78914"/>
                  </a:moveTo>
                  <a:lnTo>
                    <a:pt x="144016" y="150897"/>
                  </a:lnTo>
                  <a:lnTo>
                    <a:pt x="0" y="754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1" name="Polygon 481"/>
            <p:cNvSpPr/>
            <p:nvPr/>
          </p:nvSpPr>
          <p:spPr>
            <a:xfrm>
              <a:off x="9191182" y="3284939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0"/>
                  </a:moveTo>
                  <a:lnTo>
                    <a:pt x="144016" y="113428"/>
                  </a:lnTo>
                  <a:lnTo>
                    <a:pt x="0" y="778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2" name="Polygon 482"/>
            <p:cNvSpPr/>
            <p:nvPr/>
          </p:nvSpPr>
          <p:spPr>
            <a:xfrm>
              <a:off x="4733943" y="3656526"/>
              <a:ext cx="209927" cy="194505"/>
            </a:xfrm>
            <a:custGeom>
              <a:avLst/>
              <a:gdLst/>
              <a:ahLst/>
              <a:cxnLst/>
              <a:rect l="l" t="t" r="r" b="b"/>
              <a:pathLst>
                <a:path w="209927" h="194505">
                  <a:moveTo>
                    <a:pt x="209927" y="145874"/>
                  </a:moveTo>
                  <a:lnTo>
                    <a:pt x="144017" y="194505"/>
                  </a:lnTo>
                  <a:lnTo>
                    <a:pt x="0" y="5755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3" name="Polygon 483"/>
            <p:cNvSpPr/>
            <p:nvPr/>
          </p:nvSpPr>
          <p:spPr>
            <a:xfrm>
              <a:off x="4877960" y="3802400"/>
              <a:ext cx="209926" cy="143299"/>
            </a:xfrm>
            <a:custGeom>
              <a:avLst/>
              <a:gdLst/>
              <a:ahLst/>
              <a:cxnLst/>
              <a:rect l="l" t="t" r="r" b="b"/>
              <a:pathLst>
                <a:path w="209926" h="143299">
                  <a:moveTo>
                    <a:pt x="209926" y="99869"/>
                  </a:moveTo>
                  <a:lnTo>
                    <a:pt x="144016" y="143299"/>
                  </a:lnTo>
                  <a:lnTo>
                    <a:pt x="0" y="486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4" name="Polygon 484"/>
            <p:cNvSpPr/>
            <p:nvPr/>
          </p:nvSpPr>
          <p:spPr>
            <a:xfrm>
              <a:off x="8837239" y="3291519"/>
              <a:ext cx="209927" cy="113469"/>
            </a:xfrm>
            <a:custGeom>
              <a:avLst/>
              <a:gdLst/>
              <a:ahLst/>
              <a:cxnLst/>
              <a:rect l="l" t="t" r="r" b="b"/>
              <a:pathLst>
                <a:path w="209927" h="113469">
                  <a:moveTo>
                    <a:pt x="209927" y="35633"/>
                  </a:moveTo>
                  <a:lnTo>
                    <a:pt x="144017" y="113469"/>
                  </a:lnTo>
                  <a:lnTo>
                    <a:pt x="0" y="778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5" name="Polygon 485"/>
            <p:cNvSpPr/>
            <p:nvPr/>
          </p:nvSpPr>
          <p:spPr>
            <a:xfrm>
              <a:off x="4445911" y="3407010"/>
              <a:ext cx="209926" cy="175975"/>
            </a:xfrm>
            <a:custGeom>
              <a:avLst/>
              <a:gdLst/>
              <a:ahLst/>
              <a:cxnLst/>
              <a:rect l="l" t="t" r="r" b="b"/>
              <a:pathLst>
                <a:path w="209926" h="175975">
                  <a:moveTo>
                    <a:pt x="209926" y="110013"/>
                  </a:moveTo>
                  <a:lnTo>
                    <a:pt x="144016" y="175975"/>
                  </a:lnTo>
                  <a:lnTo>
                    <a:pt x="0" y="719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6" name="Polygon 486"/>
            <p:cNvSpPr/>
            <p:nvPr/>
          </p:nvSpPr>
          <p:spPr>
            <a:xfrm>
              <a:off x="4589927" y="3517022"/>
              <a:ext cx="209926" cy="197057"/>
            </a:xfrm>
            <a:custGeom>
              <a:avLst/>
              <a:gdLst/>
              <a:ahLst/>
              <a:cxnLst/>
              <a:rect l="l" t="t" r="r" b="b"/>
              <a:pathLst>
                <a:path w="209926" h="197057">
                  <a:moveTo>
                    <a:pt x="209926" y="139503"/>
                  </a:moveTo>
                  <a:lnTo>
                    <a:pt x="144016" y="197057"/>
                  </a:lnTo>
                  <a:lnTo>
                    <a:pt x="0" y="659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7" name="Polygon 487"/>
            <p:cNvSpPr/>
            <p:nvPr/>
          </p:nvSpPr>
          <p:spPr>
            <a:xfrm>
              <a:off x="7631395" y="3231352"/>
              <a:ext cx="209926" cy="103556"/>
            </a:xfrm>
            <a:custGeom>
              <a:avLst/>
              <a:gdLst/>
              <a:ahLst/>
              <a:cxnLst/>
              <a:rect l="l" t="t" r="r" b="b"/>
              <a:pathLst>
                <a:path w="209926" h="103556">
                  <a:moveTo>
                    <a:pt x="209926" y="42317"/>
                  </a:moveTo>
                  <a:lnTo>
                    <a:pt x="144016" y="103556"/>
                  </a:lnTo>
                  <a:lnTo>
                    <a:pt x="0" y="582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8" name="Polygon 488"/>
            <p:cNvSpPr/>
            <p:nvPr/>
          </p:nvSpPr>
          <p:spPr>
            <a:xfrm>
              <a:off x="8483296" y="3297252"/>
              <a:ext cx="209926" cy="113790"/>
            </a:xfrm>
            <a:custGeom>
              <a:avLst/>
              <a:gdLst/>
              <a:ahLst/>
              <a:cxnLst/>
              <a:rect l="l" t="t" r="r" b="b"/>
              <a:pathLst>
                <a:path w="209926" h="113790">
                  <a:moveTo>
                    <a:pt x="209926" y="36230"/>
                  </a:moveTo>
                  <a:lnTo>
                    <a:pt x="144016" y="113790"/>
                  </a:lnTo>
                  <a:lnTo>
                    <a:pt x="0" y="769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89" name="Polygon 489"/>
            <p:cNvSpPr/>
            <p:nvPr/>
          </p:nvSpPr>
          <p:spPr>
            <a:xfrm>
              <a:off x="7277452" y="3262681"/>
              <a:ext cx="209926" cy="77095"/>
            </a:xfrm>
            <a:custGeom>
              <a:avLst/>
              <a:gdLst/>
              <a:ahLst/>
              <a:cxnLst/>
              <a:rect l="l" t="t" r="r" b="b"/>
              <a:pathLst>
                <a:path w="209926" h="77095">
                  <a:moveTo>
                    <a:pt x="209926" y="0"/>
                  </a:moveTo>
                  <a:lnTo>
                    <a:pt x="144016" y="67975"/>
                  </a:lnTo>
                  <a:lnTo>
                    <a:pt x="0" y="77095"/>
                  </a:lnTo>
                  <a:lnTo>
                    <a:pt x="65910" y="2355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0" name="Polygon 490"/>
            <p:cNvSpPr/>
            <p:nvPr/>
          </p:nvSpPr>
          <p:spPr>
            <a:xfrm>
              <a:off x="3947952" y="3306401"/>
              <a:ext cx="209926" cy="118699"/>
            </a:xfrm>
            <a:custGeom>
              <a:avLst/>
              <a:gdLst/>
              <a:ahLst/>
              <a:cxnLst/>
              <a:rect l="l" t="t" r="r" b="b"/>
              <a:pathLst>
                <a:path w="209926" h="118699">
                  <a:moveTo>
                    <a:pt x="209926" y="42639"/>
                  </a:moveTo>
                  <a:lnTo>
                    <a:pt x="144016" y="118699"/>
                  </a:lnTo>
                  <a:lnTo>
                    <a:pt x="0" y="77711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1" name="Polygon 491"/>
            <p:cNvSpPr/>
            <p:nvPr/>
          </p:nvSpPr>
          <p:spPr>
            <a:xfrm>
              <a:off x="6071608" y="3047306"/>
              <a:ext cx="209926" cy="360122"/>
            </a:xfrm>
            <a:custGeom>
              <a:avLst/>
              <a:gdLst/>
              <a:ahLst/>
              <a:cxnLst/>
              <a:rect l="l" t="t" r="r" b="b"/>
              <a:pathLst>
                <a:path w="209926" h="360122">
                  <a:moveTo>
                    <a:pt x="209926" y="360122"/>
                  </a:moveTo>
                  <a:lnTo>
                    <a:pt x="144016" y="0"/>
                  </a:lnTo>
                  <a:lnTo>
                    <a:pt x="0" y="42481"/>
                  </a:lnTo>
                  <a:lnTo>
                    <a:pt x="65910" y="299762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2" name="Polygon 492"/>
            <p:cNvSpPr/>
            <p:nvPr/>
          </p:nvSpPr>
          <p:spPr>
            <a:xfrm>
              <a:off x="8129354" y="3295766"/>
              <a:ext cx="209926" cy="114847"/>
            </a:xfrm>
            <a:custGeom>
              <a:avLst/>
              <a:gdLst/>
              <a:ahLst/>
              <a:cxnLst/>
              <a:rect l="l" t="t" r="r" b="b"/>
              <a:pathLst>
                <a:path w="209926" h="114847">
                  <a:moveTo>
                    <a:pt x="209926" y="40153"/>
                  </a:moveTo>
                  <a:lnTo>
                    <a:pt x="144016" y="114847"/>
                  </a:lnTo>
                  <a:lnTo>
                    <a:pt x="0" y="7147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3" name="Polygon 493"/>
            <p:cNvSpPr/>
            <p:nvPr/>
          </p:nvSpPr>
          <p:spPr>
            <a:xfrm>
              <a:off x="3594009" y="3311755"/>
              <a:ext cx="209926" cy="113671"/>
            </a:xfrm>
            <a:custGeom>
              <a:avLst/>
              <a:gdLst/>
              <a:ahLst/>
              <a:cxnLst/>
              <a:rect l="l" t="t" r="r" b="b"/>
              <a:pathLst>
                <a:path w="209926" h="113671">
                  <a:moveTo>
                    <a:pt x="209926" y="35488"/>
                  </a:moveTo>
                  <a:lnTo>
                    <a:pt x="144016" y="113671"/>
                  </a:lnTo>
                  <a:lnTo>
                    <a:pt x="0" y="781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4" name="Polygon 494"/>
            <p:cNvSpPr/>
            <p:nvPr/>
          </p:nvSpPr>
          <p:spPr>
            <a:xfrm>
              <a:off x="7067526" y="3339776"/>
              <a:ext cx="209926" cy="117901"/>
            </a:xfrm>
            <a:custGeom>
              <a:avLst/>
              <a:gdLst/>
              <a:ahLst/>
              <a:cxnLst/>
              <a:rect l="l" t="t" r="r" b="b"/>
              <a:pathLst>
                <a:path w="209926" h="117901">
                  <a:moveTo>
                    <a:pt x="209926" y="0"/>
                  </a:moveTo>
                  <a:lnTo>
                    <a:pt x="144016" y="80565"/>
                  </a:lnTo>
                  <a:lnTo>
                    <a:pt x="0" y="117901"/>
                  </a:lnTo>
                  <a:lnTo>
                    <a:pt x="65910" y="48774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5" name="Polygon 495"/>
            <p:cNvSpPr/>
            <p:nvPr/>
          </p:nvSpPr>
          <p:spPr>
            <a:xfrm>
              <a:off x="3240067" y="3319025"/>
              <a:ext cx="209926" cy="113448"/>
            </a:xfrm>
            <a:custGeom>
              <a:avLst/>
              <a:gdLst/>
              <a:ahLst/>
              <a:cxnLst/>
              <a:rect l="l" t="t" r="r" b="b"/>
              <a:pathLst>
                <a:path w="209926" h="113448">
                  <a:moveTo>
                    <a:pt x="209926" y="35463"/>
                  </a:moveTo>
                  <a:lnTo>
                    <a:pt x="144016" y="113448"/>
                  </a:lnTo>
                  <a:lnTo>
                    <a:pt x="0" y="778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6" name="Polygon 496"/>
            <p:cNvSpPr/>
            <p:nvPr/>
          </p:nvSpPr>
          <p:spPr>
            <a:xfrm>
              <a:off x="9335198" y="3320549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0"/>
                  </a:moveTo>
                  <a:lnTo>
                    <a:pt x="144016" y="113425"/>
                  </a:lnTo>
                  <a:lnTo>
                    <a:pt x="0" y="778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7" name="Polygon 497"/>
            <p:cNvSpPr/>
            <p:nvPr/>
          </p:nvSpPr>
          <p:spPr>
            <a:xfrm>
              <a:off x="5021976" y="3880301"/>
              <a:ext cx="209926" cy="65398"/>
            </a:xfrm>
            <a:custGeom>
              <a:avLst/>
              <a:gdLst/>
              <a:ahLst/>
              <a:cxnLst/>
              <a:rect l="l" t="t" r="r" b="b"/>
              <a:pathLst>
                <a:path w="209926" h="65398">
                  <a:moveTo>
                    <a:pt x="209926" y="0"/>
                  </a:moveTo>
                  <a:lnTo>
                    <a:pt x="144016" y="48090"/>
                  </a:lnTo>
                  <a:lnTo>
                    <a:pt x="0" y="65398"/>
                  </a:lnTo>
                  <a:lnTo>
                    <a:pt x="65910" y="21968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8" name="Polygon 498"/>
            <p:cNvSpPr/>
            <p:nvPr/>
          </p:nvSpPr>
          <p:spPr>
            <a:xfrm>
              <a:off x="8981256" y="3327152"/>
              <a:ext cx="209926" cy="113442"/>
            </a:xfrm>
            <a:custGeom>
              <a:avLst/>
              <a:gdLst/>
              <a:ahLst/>
              <a:cxnLst/>
              <a:rect l="l" t="t" r="r" b="b"/>
              <a:pathLst>
                <a:path w="209926" h="113442">
                  <a:moveTo>
                    <a:pt x="209926" y="35609"/>
                  </a:moveTo>
                  <a:lnTo>
                    <a:pt x="144016" y="113442"/>
                  </a:lnTo>
                  <a:lnTo>
                    <a:pt x="0" y="778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499" name="Polygon 499"/>
            <p:cNvSpPr/>
            <p:nvPr/>
          </p:nvSpPr>
          <p:spPr>
            <a:xfrm>
              <a:off x="7775411" y="3273669"/>
              <a:ext cx="209927" cy="113424"/>
            </a:xfrm>
            <a:custGeom>
              <a:avLst/>
              <a:gdLst/>
              <a:ahLst/>
              <a:cxnLst/>
              <a:rect l="l" t="t" r="r" b="b"/>
              <a:pathLst>
                <a:path w="209927" h="113424">
                  <a:moveTo>
                    <a:pt x="209927" y="47116"/>
                  </a:moveTo>
                  <a:lnTo>
                    <a:pt x="144017" y="113424"/>
                  </a:lnTo>
                  <a:lnTo>
                    <a:pt x="0" y="612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0" name="Polygon 500"/>
            <p:cNvSpPr/>
            <p:nvPr/>
          </p:nvSpPr>
          <p:spPr>
            <a:xfrm>
              <a:off x="8627313" y="3333482"/>
              <a:ext cx="209926" cy="113638"/>
            </a:xfrm>
            <a:custGeom>
              <a:avLst/>
              <a:gdLst/>
              <a:ahLst/>
              <a:cxnLst/>
              <a:rect l="l" t="t" r="r" b="b"/>
              <a:pathLst>
                <a:path w="209926" h="113638">
                  <a:moveTo>
                    <a:pt x="209926" y="35841"/>
                  </a:moveTo>
                  <a:lnTo>
                    <a:pt x="144016" y="113638"/>
                  </a:lnTo>
                  <a:lnTo>
                    <a:pt x="0" y="775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1" name="Polygon 501"/>
            <p:cNvSpPr/>
            <p:nvPr/>
          </p:nvSpPr>
          <p:spPr>
            <a:xfrm>
              <a:off x="4091969" y="3349040"/>
              <a:ext cx="209926" cy="126159"/>
            </a:xfrm>
            <a:custGeom>
              <a:avLst/>
              <a:gdLst/>
              <a:ahLst/>
              <a:cxnLst/>
              <a:rect l="l" t="t" r="r" b="b"/>
              <a:pathLst>
                <a:path w="209926" h="126159">
                  <a:moveTo>
                    <a:pt x="209926" y="54545"/>
                  </a:moveTo>
                  <a:lnTo>
                    <a:pt x="144016" y="126159"/>
                  </a:lnTo>
                  <a:lnTo>
                    <a:pt x="0" y="760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2" name="Polygon 502"/>
            <p:cNvSpPr/>
            <p:nvPr/>
          </p:nvSpPr>
          <p:spPr>
            <a:xfrm>
              <a:off x="6857599" y="3457678"/>
              <a:ext cx="209927" cy="63533"/>
            </a:xfrm>
            <a:custGeom>
              <a:avLst/>
              <a:gdLst/>
              <a:ahLst/>
              <a:cxnLst/>
              <a:rect l="l" t="t" r="r" b="b"/>
              <a:pathLst>
                <a:path w="209927" h="63533">
                  <a:moveTo>
                    <a:pt x="209927" y="0"/>
                  </a:moveTo>
                  <a:lnTo>
                    <a:pt x="144017" y="39714"/>
                  </a:lnTo>
                  <a:lnTo>
                    <a:pt x="0" y="35059"/>
                  </a:lnTo>
                  <a:lnTo>
                    <a:pt x="65910" y="63533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3" name="Polygon 503"/>
            <p:cNvSpPr/>
            <p:nvPr/>
          </p:nvSpPr>
          <p:spPr>
            <a:xfrm>
              <a:off x="5231902" y="3576232"/>
              <a:ext cx="209926" cy="304069"/>
            </a:xfrm>
            <a:custGeom>
              <a:avLst/>
              <a:gdLst/>
              <a:ahLst/>
              <a:cxnLst/>
              <a:rect l="l" t="t" r="r" b="b"/>
              <a:pathLst>
                <a:path w="209926" h="304069">
                  <a:moveTo>
                    <a:pt x="209926" y="0"/>
                  </a:moveTo>
                  <a:lnTo>
                    <a:pt x="144016" y="87093"/>
                  </a:lnTo>
                  <a:lnTo>
                    <a:pt x="0" y="304069"/>
                  </a:lnTo>
                  <a:lnTo>
                    <a:pt x="65910" y="196535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4" name="Polygon 504"/>
            <p:cNvSpPr/>
            <p:nvPr/>
          </p:nvSpPr>
          <p:spPr>
            <a:xfrm>
              <a:off x="8273370" y="3335919"/>
              <a:ext cx="209926" cy="114824"/>
            </a:xfrm>
            <a:custGeom>
              <a:avLst/>
              <a:gdLst/>
              <a:ahLst/>
              <a:cxnLst/>
              <a:rect l="l" t="t" r="r" b="b"/>
              <a:pathLst>
                <a:path w="209926" h="114824">
                  <a:moveTo>
                    <a:pt x="209926" y="38255"/>
                  </a:moveTo>
                  <a:lnTo>
                    <a:pt x="144016" y="114824"/>
                  </a:lnTo>
                  <a:lnTo>
                    <a:pt x="0" y="746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5" name="Polygon 505"/>
            <p:cNvSpPr/>
            <p:nvPr/>
          </p:nvSpPr>
          <p:spPr>
            <a:xfrm>
              <a:off x="5507739" y="3174189"/>
              <a:ext cx="209926" cy="299482"/>
            </a:xfrm>
            <a:custGeom>
              <a:avLst/>
              <a:gdLst/>
              <a:ahLst/>
              <a:cxnLst/>
              <a:rect l="l" t="t" r="r" b="b"/>
              <a:pathLst>
                <a:path w="209926" h="299482">
                  <a:moveTo>
                    <a:pt x="209926" y="24388"/>
                  </a:moveTo>
                  <a:lnTo>
                    <a:pt x="144016" y="0"/>
                  </a:lnTo>
                  <a:lnTo>
                    <a:pt x="0" y="299482"/>
                  </a:lnTo>
                  <a:lnTo>
                    <a:pt x="65910" y="189281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6" name="Polygon 506"/>
            <p:cNvSpPr/>
            <p:nvPr/>
          </p:nvSpPr>
          <p:spPr>
            <a:xfrm>
              <a:off x="7421469" y="3262681"/>
              <a:ext cx="209926" cy="93390"/>
            </a:xfrm>
            <a:custGeom>
              <a:avLst/>
              <a:gdLst/>
              <a:ahLst/>
              <a:cxnLst/>
              <a:rect l="l" t="t" r="r" b="b"/>
              <a:pathLst>
                <a:path w="209926" h="93390">
                  <a:moveTo>
                    <a:pt x="209926" y="26957"/>
                  </a:moveTo>
                  <a:lnTo>
                    <a:pt x="144016" y="93390"/>
                  </a:lnTo>
                  <a:lnTo>
                    <a:pt x="0" y="679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7" name="Polygon 507"/>
            <p:cNvSpPr/>
            <p:nvPr/>
          </p:nvSpPr>
          <p:spPr>
            <a:xfrm>
              <a:off x="3738025" y="3347243"/>
              <a:ext cx="209927" cy="114547"/>
            </a:xfrm>
            <a:custGeom>
              <a:avLst/>
              <a:gdLst/>
              <a:ahLst/>
              <a:cxnLst/>
              <a:rect l="l" t="t" r="r" b="b"/>
              <a:pathLst>
                <a:path w="209927" h="114547">
                  <a:moveTo>
                    <a:pt x="209927" y="36868"/>
                  </a:moveTo>
                  <a:lnTo>
                    <a:pt x="144017" y="114547"/>
                  </a:lnTo>
                  <a:lnTo>
                    <a:pt x="0" y="781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8" name="Polygon 508"/>
            <p:cNvSpPr/>
            <p:nvPr/>
          </p:nvSpPr>
          <p:spPr>
            <a:xfrm>
              <a:off x="6215624" y="3047306"/>
              <a:ext cx="209926" cy="405014"/>
            </a:xfrm>
            <a:custGeom>
              <a:avLst/>
              <a:gdLst/>
              <a:ahLst/>
              <a:cxnLst/>
              <a:rect l="l" t="t" r="r" b="b"/>
              <a:pathLst>
                <a:path w="209926" h="405014">
                  <a:moveTo>
                    <a:pt x="209926" y="405014"/>
                  </a:moveTo>
                  <a:lnTo>
                    <a:pt x="144016" y="6328"/>
                  </a:lnTo>
                  <a:lnTo>
                    <a:pt x="0" y="0"/>
                  </a:lnTo>
                  <a:lnTo>
                    <a:pt x="65910" y="360122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09" name="Polygon 509"/>
            <p:cNvSpPr/>
            <p:nvPr/>
          </p:nvSpPr>
          <p:spPr>
            <a:xfrm>
              <a:off x="5717665" y="2961682"/>
              <a:ext cx="209926" cy="256762"/>
            </a:xfrm>
            <a:custGeom>
              <a:avLst/>
              <a:gdLst/>
              <a:ahLst/>
              <a:cxnLst/>
              <a:rect l="l" t="t" r="r" b="b"/>
              <a:pathLst>
                <a:path w="209926" h="256762">
                  <a:moveTo>
                    <a:pt x="209926" y="194695"/>
                  </a:moveTo>
                  <a:lnTo>
                    <a:pt x="144016" y="0"/>
                  </a:lnTo>
                  <a:lnTo>
                    <a:pt x="0" y="236895"/>
                  </a:lnTo>
                  <a:lnTo>
                    <a:pt x="65910" y="256762"/>
                  </a:lnTo>
                  <a:close/>
                </a:path>
              </a:pathLst>
            </a:custGeom>
            <a:solidFill>
              <a:srgbClr val="7004A4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0" name="Polygon 510"/>
            <p:cNvSpPr/>
            <p:nvPr/>
          </p:nvSpPr>
          <p:spPr>
            <a:xfrm>
              <a:off x="3384083" y="3354488"/>
              <a:ext cx="209926" cy="113521"/>
            </a:xfrm>
            <a:custGeom>
              <a:avLst/>
              <a:gdLst/>
              <a:ahLst/>
              <a:cxnLst/>
              <a:rect l="l" t="t" r="r" b="b"/>
              <a:pathLst>
                <a:path w="209926" h="113521">
                  <a:moveTo>
                    <a:pt x="209926" y="35401"/>
                  </a:moveTo>
                  <a:lnTo>
                    <a:pt x="144016" y="113521"/>
                  </a:lnTo>
                  <a:lnTo>
                    <a:pt x="0" y="779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1" name="Polygon 511"/>
            <p:cNvSpPr/>
            <p:nvPr/>
          </p:nvSpPr>
          <p:spPr>
            <a:xfrm>
              <a:off x="7919428" y="3320786"/>
              <a:ext cx="209926" cy="117535"/>
            </a:xfrm>
            <a:custGeom>
              <a:avLst/>
              <a:gdLst/>
              <a:ahLst/>
              <a:cxnLst/>
              <a:rect l="l" t="t" r="r" b="b"/>
              <a:pathLst>
                <a:path w="209926" h="117535">
                  <a:moveTo>
                    <a:pt x="209926" y="46452"/>
                  </a:moveTo>
                  <a:lnTo>
                    <a:pt x="144016" y="117535"/>
                  </a:lnTo>
                  <a:lnTo>
                    <a:pt x="0" y="663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2" name="Polygon 512"/>
            <p:cNvSpPr/>
            <p:nvPr/>
          </p:nvSpPr>
          <p:spPr>
            <a:xfrm>
              <a:off x="4235985" y="3403584"/>
              <a:ext cx="209926" cy="137677"/>
            </a:xfrm>
            <a:custGeom>
              <a:avLst/>
              <a:gdLst/>
              <a:ahLst/>
              <a:cxnLst/>
              <a:rect l="l" t="t" r="r" b="b"/>
              <a:pathLst>
                <a:path w="209926" h="137677">
                  <a:moveTo>
                    <a:pt x="209926" y="75408"/>
                  </a:moveTo>
                  <a:lnTo>
                    <a:pt x="144016" y="137677"/>
                  </a:lnTo>
                  <a:lnTo>
                    <a:pt x="0" y="716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3" name="Polygon 513"/>
            <p:cNvSpPr/>
            <p:nvPr/>
          </p:nvSpPr>
          <p:spPr>
            <a:xfrm>
              <a:off x="9125272" y="3362761"/>
              <a:ext cx="209926" cy="113429"/>
            </a:xfrm>
            <a:custGeom>
              <a:avLst/>
              <a:gdLst/>
              <a:ahLst/>
              <a:cxnLst/>
              <a:rect l="l" t="t" r="r" b="b"/>
              <a:pathLst>
                <a:path w="209926" h="113429">
                  <a:moveTo>
                    <a:pt x="209926" y="35605"/>
                  </a:moveTo>
                  <a:lnTo>
                    <a:pt x="144016" y="113429"/>
                  </a:lnTo>
                  <a:lnTo>
                    <a:pt x="0" y="778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4" name="Polygon 514"/>
            <p:cNvSpPr/>
            <p:nvPr/>
          </p:nvSpPr>
          <p:spPr>
            <a:xfrm>
              <a:off x="8771329" y="3369323"/>
              <a:ext cx="209927" cy="113518"/>
            </a:xfrm>
            <a:custGeom>
              <a:avLst/>
              <a:gdLst/>
              <a:ahLst/>
              <a:cxnLst/>
              <a:rect l="l" t="t" r="r" b="b"/>
              <a:pathLst>
                <a:path w="209927" h="113518">
                  <a:moveTo>
                    <a:pt x="209927" y="35665"/>
                  </a:moveTo>
                  <a:lnTo>
                    <a:pt x="144017" y="113518"/>
                  </a:lnTo>
                  <a:lnTo>
                    <a:pt x="0" y="77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5" name="Polygon 515"/>
            <p:cNvSpPr/>
            <p:nvPr/>
          </p:nvSpPr>
          <p:spPr>
            <a:xfrm>
              <a:off x="4380001" y="3478993"/>
              <a:ext cx="209926" cy="150203"/>
            </a:xfrm>
            <a:custGeom>
              <a:avLst/>
              <a:gdLst/>
              <a:ahLst/>
              <a:cxnLst/>
              <a:rect l="l" t="t" r="r" b="b"/>
              <a:pathLst>
                <a:path w="209926" h="150203">
                  <a:moveTo>
                    <a:pt x="209926" y="103992"/>
                  </a:moveTo>
                  <a:lnTo>
                    <a:pt x="144016" y="150203"/>
                  </a:lnTo>
                  <a:lnTo>
                    <a:pt x="0" y="622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6" name="Polygon 516"/>
            <p:cNvSpPr/>
            <p:nvPr/>
          </p:nvSpPr>
          <p:spPr>
            <a:xfrm>
              <a:off x="7211542" y="3330656"/>
              <a:ext cx="209926" cy="89685"/>
            </a:xfrm>
            <a:custGeom>
              <a:avLst/>
              <a:gdLst/>
              <a:ahLst/>
              <a:cxnLst/>
              <a:rect l="l" t="t" r="r" b="b"/>
              <a:pathLst>
                <a:path w="209926" h="89685">
                  <a:moveTo>
                    <a:pt x="209926" y="0"/>
                  </a:moveTo>
                  <a:lnTo>
                    <a:pt x="144016" y="86627"/>
                  </a:lnTo>
                  <a:lnTo>
                    <a:pt x="0" y="89685"/>
                  </a:lnTo>
                  <a:lnTo>
                    <a:pt x="65910" y="912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7" name="Polygon 517"/>
            <p:cNvSpPr/>
            <p:nvPr/>
          </p:nvSpPr>
          <p:spPr>
            <a:xfrm>
              <a:off x="8417386" y="3374174"/>
              <a:ext cx="209926" cy="114330"/>
            </a:xfrm>
            <a:custGeom>
              <a:avLst/>
              <a:gdLst/>
              <a:ahLst/>
              <a:cxnLst/>
              <a:rect l="l" t="t" r="r" b="b"/>
              <a:pathLst>
                <a:path w="209926" h="114330">
                  <a:moveTo>
                    <a:pt x="209926" y="36868"/>
                  </a:moveTo>
                  <a:lnTo>
                    <a:pt x="144016" y="114330"/>
                  </a:lnTo>
                  <a:lnTo>
                    <a:pt x="0" y="765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8" name="Polygon 518"/>
            <p:cNvSpPr/>
            <p:nvPr/>
          </p:nvSpPr>
          <p:spPr>
            <a:xfrm>
              <a:off x="7565485" y="3289638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45270"/>
                  </a:moveTo>
                  <a:lnTo>
                    <a:pt x="144016" y="113424"/>
                  </a:lnTo>
                  <a:lnTo>
                    <a:pt x="0" y="664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19" name="Polygon 519"/>
            <p:cNvSpPr/>
            <p:nvPr/>
          </p:nvSpPr>
          <p:spPr>
            <a:xfrm>
              <a:off x="4668033" y="3714079"/>
              <a:ext cx="209927" cy="136951"/>
            </a:xfrm>
            <a:custGeom>
              <a:avLst/>
              <a:gdLst/>
              <a:ahLst/>
              <a:cxnLst/>
              <a:rect l="l" t="t" r="r" b="b"/>
              <a:pathLst>
                <a:path w="209927" h="136951">
                  <a:moveTo>
                    <a:pt x="209927" y="136951"/>
                  </a:moveTo>
                  <a:lnTo>
                    <a:pt x="144017" y="136941"/>
                  </a:lnTo>
                  <a:lnTo>
                    <a:pt x="0" y="237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0" name="Polygon 520"/>
            <p:cNvSpPr/>
            <p:nvPr/>
          </p:nvSpPr>
          <p:spPr>
            <a:xfrm>
              <a:off x="4524017" y="3582985"/>
              <a:ext cx="209926" cy="154882"/>
            </a:xfrm>
            <a:custGeom>
              <a:avLst/>
              <a:gdLst/>
              <a:ahLst/>
              <a:cxnLst/>
              <a:rect l="l" t="t" r="r" b="b"/>
              <a:pathLst>
                <a:path w="209926" h="154882">
                  <a:moveTo>
                    <a:pt x="209926" y="131094"/>
                  </a:moveTo>
                  <a:lnTo>
                    <a:pt x="144016" y="154882"/>
                  </a:lnTo>
                  <a:lnTo>
                    <a:pt x="0" y="462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1" name="Polygon 521"/>
            <p:cNvSpPr/>
            <p:nvPr/>
          </p:nvSpPr>
          <p:spPr>
            <a:xfrm>
              <a:off x="3882042" y="3384112"/>
              <a:ext cx="209926" cy="116507"/>
            </a:xfrm>
            <a:custGeom>
              <a:avLst/>
              <a:gdLst/>
              <a:ahLst/>
              <a:cxnLst/>
              <a:rect l="l" t="t" r="r" b="b"/>
              <a:pathLst>
                <a:path w="209926" h="116507">
                  <a:moveTo>
                    <a:pt x="209926" y="40988"/>
                  </a:moveTo>
                  <a:lnTo>
                    <a:pt x="144016" y="116507"/>
                  </a:lnTo>
                  <a:lnTo>
                    <a:pt x="0" y="776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2" name="Polygon 522"/>
            <p:cNvSpPr/>
            <p:nvPr/>
          </p:nvSpPr>
          <p:spPr>
            <a:xfrm>
              <a:off x="6359641" y="3053634"/>
              <a:ext cx="209926" cy="425017"/>
            </a:xfrm>
            <a:custGeom>
              <a:avLst/>
              <a:gdLst/>
              <a:ahLst/>
              <a:cxnLst/>
              <a:rect l="l" t="t" r="r" b="b"/>
              <a:pathLst>
                <a:path w="209926" h="425017">
                  <a:moveTo>
                    <a:pt x="209926" y="425017"/>
                  </a:moveTo>
                  <a:lnTo>
                    <a:pt x="144016" y="64895"/>
                  </a:lnTo>
                  <a:lnTo>
                    <a:pt x="0" y="0"/>
                  </a:lnTo>
                  <a:lnTo>
                    <a:pt x="65910" y="398686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3" name="Polygon 523"/>
            <p:cNvSpPr/>
            <p:nvPr/>
          </p:nvSpPr>
          <p:spPr>
            <a:xfrm>
              <a:off x="8063444" y="3367238"/>
              <a:ext cx="209926" cy="117877"/>
            </a:xfrm>
            <a:custGeom>
              <a:avLst/>
              <a:gdLst/>
              <a:ahLst/>
              <a:cxnLst/>
              <a:rect l="l" t="t" r="r" b="b"/>
              <a:pathLst>
                <a:path w="209926" h="117877">
                  <a:moveTo>
                    <a:pt x="209926" y="43375"/>
                  </a:moveTo>
                  <a:lnTo>
                    <a:pt x="144016" y="117877"/>
                  </a:lnTo>
                  <a:lnTo>
                    <a:pt x="0" y="710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4" name="Polygon 524"/>
            <p:cNvSpPr/>
            <p:nvPr/>
          </p:nvSpPr>
          <p:spPr>
            <a:xfrm>
              <a:off x="4812050" y="3851020"/>
              <a:ext cx="209926" cy="94678"/>
            </a:xfrm>
            <a:custGeom>
              <a:avLst/>
              <a:gdLst/>
              <a:ahLst/>
              <a:cxnLst/>
              <a:rect l="l" t="t" r="r" b="b"/>
              <a:pathLst>
                <a:path w="209926" h="94678">
                  <a:moveTo>
                    <a:pt x="209926" y="94678"/>
                  </a:moveTo>
                  <a:lnTo>
                    <a:pt x="144016" y="80800"/>
                  </a:lnTo>
                  <a:lnTo>
                    <a:pt x="0" y="0"/>
                  </a:lnTo>
                  <a:lnTo>
                    <a:pt x="65910" y="1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5" name="Polygon 525"/>
            <p:cNvSpPr/>
            <p:nvPr/>
          </p:nvSpPr>
          <p:spPr>
            <a:xfrm>
              <a:off x="3528099" y="3389888"/>
              <a:ext cx="209926" cy="113705"/>
            </a:xfrm>
            <a:custGeom>
              <a:avLst/>
              <a:gdLst/>
              <a:ahLst/>
              <a:cxnLst/>
              <a:rect l="l" t="t" r="r" b="b"/>
              <a:pathLst>
                <a:path w="209926" h="113705">
                  <a:moveTo>
                    <a:pt x="209926" y="35538"/>
                  </a:moveTo>
                  <a:lnTo>
                    <a:pt x="144016" y="113705"/>
                  </a:lnTo>
                  <a:lnTo>
                    <a:pt x="0" y="781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6" name="Polygon 526"/>
            <p:cNvSpPr/>
            <p:nvPr/>
          </p:nvSpPr>
          <p:spPr>
            <a:xfrm>
              <a:off x="3174157" y="3396914"/>
              <a:ext cx="209926" cy="113497"/>
            </a:xfrm>
            <a:custGeom>
              <a:avLst/>
              <a:gdLst/>
              <a:ahLst/>
              <a:cxnLst/>
              <a:rect l="l" t="t" r="r" b="b"/>
              <a:pathLst>
                <a:path w="209926" h="113497">
                  <a:moveTo>
                    <a:pt x="209926" y="35559"/>
                  </a:moveTo>
                  <a:lnTo>
                    <a:pt x="144016" y="113497"/>
                  </a:lnTo>
                  <a:lnTo>
                    <a:pt x="0" y="778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7" name="Polygon 527"/>
            <p:cNvSpPr/>
            <p:nvPr/>
          </p:nvSpPr>
          <p:spPr>
            <a:xfrm>
              <a:off x="7001616" y="3420342"/>
              <a:ext cx="209926" cy="89886"/>
            </a:xfrm>
            <a:custGeom>
              <a:avLst/>
              <a:gdLst/>
              <a:ahLst/>
              <a:cxnLst/>
              <a:rect l="l" t="t" r="r" b="b"/>
              <a:pathLst>
                <a:path w="209926" h="89886">
                  <a:moveTo>
                    <a:pt x="209926" y="0"/>
                  </a:moveTo>
                  <a:lnTo>
                    <a:pt x="144016" y="89886"/>
                  </a:lnTo>
                  <a:lnTo>
                    <a:pt x="0" y="77051"/>
                  </a:lnTo>
                  <a:lnTo>
                    <a:pt x="65910" y="37336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8" name="Polygon 528"/>
            <p:cNvSpPr/>
            <p:nvPr/>
          </p:nvSpPr>
          <p:spPr>
            <a:xfrm>
              <a:off x="9269288" y="3398367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07"/>
                  </a:moveTo>
                  <a:lnTo>
                    <a:pt x="144016" y="113425"/>
                  </a:lnTo>
                  <a:lnTo>
                    <a:pt x="0" y="778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29" name="Polygon 529"/>
            <p:cNvSpPr/>
            <p:nvPr/>
          </p:nvSpPr>
          <p:spPr>
            <a:xfrm>
              <a:off x="8915346" y="3404988"/>
              <a:ext cx="209926" cy="113453"/>
            </a:xfrm>
            <a:custGeom>
              <a:avLst/>
              <a:gdLst/>
              <a:ahLst/>
              <a:cxnLst/>
              <a:rect l="l" t="t" r="r" b="b"/>
              <a:pathLst>
                <a:path w="209926" h="113453">
                  <a:moveTo>
                    <a:pt x="209926" y="35605"/>
                  </a:moveTo>
                  <a:lnTo>
                    <a:pt x="144016" y="113453"/>
                  </a:lnTo>
                  <a:lnTo>
                    <a:pt x="0" y="778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0" name="Polygon 530"/>
            <p:cNvSpPr/>
            <p:nvPr/>
          </p:nvSpPr>
          <p:spPr>
            <a:xfrm>
              <a:off x="7709501" y="3334908"/>
              <a:ext cx="209927" cy="123292"/>
            </a:xfrm>
            <a:custGeom>
              <a:avLst/>
              <a:gdLst/>
              <a:ahLst/>
              <a:cxnLst/>
              <a:rect l="l" t="t" r="r" b="b"/>
              <a:pathLst>
                <a:path w="209927" h="123292">
                  <a:moveTo>
                    <a:pt x="209927" y="52185"/>
                  </a:moveTo>
                  <a:lnTo>
                    <a:pt x="144017" y="123292"/>
                  </a:lnTo>
                  <a:lnTo>
                    <a:pt x="0" y="681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1" name="Polygon 531"/>
            <p:cNvSpPr/>
            <p:nvPr/>
          </p:nvSpPr>
          <p:spPr>
            <a:xfrm>
              <a:off x="8561402" y="3411043"/>
              <a:ext cx="209926" cy="113869"/>
            </a:xfrm>
            <a:custGeom>
              <a:avLst/>
              <a:gdLst/>
              <a:ahLst/>
              <a:cxnLst/>
              <a:rect l="l" t="t" r="r" b="b"/>
              <a:pathLst>
                <a:path w="209926" h="113869">
                  <a:moveTo>
                    <a:pt x="209926" y="36078"/>
                  </a:moveTo>
                  <a:lnTo>
                    <a:pt x="144016" y="113869"/>
                  </a:lnTo>
                  <a:lnTo>
                    <a:pt x="0" y="774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2" name="Polygon 532"/>
            <p:cNvSpPr/>
            <p:nvPr/>
          </p:nvSpPr>
          <p:spPr>
            <a:xfrm>
              <a:off x="6503657" y="3118529"/>
              <a:ext cx="209926" cy="370985"/>
            </a:xfrm>
            <a:custGeom>
              <a:avLst/>
              <a:gdLst/>
              <a:ahLst/>
              <a:cxnLst/>
              <a:rect l="l" t="t" r="r" b="b"/>
              <a:pathLst>
                <a:path w="209926" h="370985">
                  <a:moveTo>
                    <a:pt x="209926" y="370985"/>
                  </a:moveTo>
                  <a:lnTo>
                    <a:pt x="144016" y="113704"/>
                  </a:lnTo>
                  <a:lnTo>
                    <a:pt x="0" y="0"/>
                  </a:lnTo>
                  <a:lnTo>
                    <a:pt x="65910" y="360122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3" name="Polygon 533"/>
            <p:cNvSpPr/>
            <p:nvPr/>
          </p:nvSpPr>
          <p:spPr>
            <a:xfrm>
              <a:off x="4026058" y="3425100"/>
              <a:ext cx="209926" cy="119799"/>
            </a:xfrm>
            <a:custGeom>
              <a:avLst/>
              <a:gdLst/>
              <a:ahLst/>
              <a:cxnLst/>
              <a:rect l="l" t="t" r="r" b="b"/>
              <a:pathLst>
                <a:path w="209926" h="119799">
                  <a:moveTo>
                    <a:pt x="209926" y="50099"/>
                  </a:moveTo>
                  <a:lnTo>
                    <a:pt x="144016" y="119799"/>
                  </a:lnTo>
                  <a:lnTo>
                    <a:pt x="0" y="755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4" name="Polygon 534"/>
            <p:cNvSpPr/>
            <p:nvPr/>
          </p:nvSpPr>
          <p:spPr>
            <a:xfrm>
              <a:off x="5165992" y="3663325"/>
              <a:ext cx="209926" cy="265066"/>
            </a:xfrm>
            <a:custGeom>
              <a:avLst/>
              <a:gdLst/>
              <a:ahLst/>
              <a:cxnLst/>
              <a:rect l="l" t="t" r="r" b="b"/>
              <a:pathLst>
                <a:path w="209926" h="265066">
                  <a:moveTo>
                    <a:pt x="209926" y="0"/>
                  </a:moveTo>
                  <a:lnTo>
                    <a:pt x="144016" y="68531"/>
                  </a:lnTo>
                  <a:lnTo>
                    <a:pt x="0" y="265066"/>
                  </a:lnTo>
                  <a:lnTo>
                    <a:pt x="65910" y="216977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5" name="Polygon 535"/>
            <p:cNvSpPr/>
            <p:nvPr/>
          </p:nvSpPr>
          <p:spPr>
            <a:xfrm>
              <a:off x="8207460" y="3410613"/>
              <a:ext cx="209926" cy="116621"/>
            </a:xfrm>
            <a:custGeom>
              <a:avLst/>
              <a:gdLst/>
              <a:ahLst/>
              <a:cxnLst/>
              <a:rect l="l" t="t" r="r" b="b"/>
              <a:pathLst>
                <a:path w="209926" h="116621">
                  <a:moveTo>
                    <a:pt x="209926" y="40130"/>
                  </a:moveTo>
                  <a:lnTo>
                    <a:pt x="144016" y="116621"/>
                  </a:lnTo>
                  <a:lnTo>
                    <a:pt x="0" y="745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6" name="Polygon 536"/>
            <p:cNvSpPr/>
            <p:nvPr/>
          </p:nvSpPr>
          <p:spPr>
            <a:xfrm>
              <a:off x="7355558" y="333065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25415"/>
                  </a:moveTo>
                  <a:lnTo>
                    <a:pt x="144016" y="113424"/>
                  </a:lnTo>
                  <a:lnTo>
                    <a:pt x="0" y="866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7" name="Polygon 537"/>
            <p:cNvSpPr/>
            <p:nvPr/>
          </p:nvSpPr>
          <p:spPr>
            <a:xfrm>
              <a:off x="4956066" y="3926939"/>
              <a:ext cx="209926" cy="18759"/>
            </a:xfrm>
            <a:custGeom>
              <a:avLst/>
              <a:gdLst/>
              <a:ahLst/>
              <a:cxnLst/>
              <a:rect l="l" t="t" r="r" b="b"/>
              <a:pathLst>
                <a:path w="209926" h="18759">
                  <a:moveTo>
                    <a:pt x="209926" y="1452"/>
                  </a:moveTo>
                  <a:lnTo>
                    <a:pt x="144016" y="0"/>
                  </a:lnTo>
                  <a:lnTo>
                    <a:pt x="0" y="4881"/>
                  </a:lnTo>
                  <a:lnTo>
                    <a:pt x="65910" y="18759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8" name="Polygon 538"/>
            <p:cNvSpPr/>
            <p:nvPr/>
          </p:nvSpPr>
          <p:spPr>
            <a:xfrm>
              <a:off x="3672115" y="3425426"/>
              <a:ext cx="209927" cy="114049"/>
            </a:xfrm>
            <a:custGeom>
              <a:avLst/>
              <a:gdLst/>
              <a:ahLst/>
              <a:cxnLst/>
              <a:rect l="l" t="t" r="r" b="b"/>
              <a:pathLst>
                <a:path w="209927" h="114049">
                  <a:moveTo>
                    <a:pt x="209927" y="36364"/>
                  </a:moveTo>
                  <a:lnTo>
                    <a:pt x="144017" y="114049"/>
                  </a:lnTo>
                  <a:lnTo>
                    <a:pt x="0" y="781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39" name="Polygon 539"/>
            <p:cNvSpPr/>
            <p:nvPr/>
          </p:nvSpPr>
          <p:spPr>
            <a:xfrm>
              <a:off x="3318173" y="3432473"/>
              <a:ext cx="209926" cy="113574"/>
            </a:xfrm>
            <a:custGeom>
              <a:avLst/>
              <a:gdLst/>
              <a:ahLst/>
              <a:cxnLst/>
              <a:rect l="l" t="t" r="r" b="b"/>
              <a:pathLst>
                <a:path w="209926" h="113574">
                  <a:moveTo>
                    <a:pt x="209926" y="35536"/>
                  </a:moveTo>
                  <a:lnTo>
                    <a:pt x="144016" y="113574"/>
                  </a:lnTo>
                  <a:lnTo>
                    <a:pt x="0" y="779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0" name="Polygon 540"/>
            <p:cNvSpPr/>
            <p:nvPr/>
          </p:nvSpPr>
          <p:spPr>
            <a:xfrm>
              <a:off x="5441829" y="3173909"/>
              <a:ext cx="209926" cy="402323"/>
            </a:xfrm>
            <a:custGeom>
              <a:avLst/>
              <a:gdLst/>
              <a:ahLst/>
              <a:cxnLst/>
              <a:rect l="l" t="t" r="r" b="b"/>
              <a:pathLst>
                <a:path w="209926" h="402323">
                  <a:moveTo>
                    <a:pt x="209926" y="280"/>
                  </a:moveTo>
                  <a:lnTo>
                    <a:pt x="144016" y="0"/>
                  </a:lnTo>
                  <a:lnTo>
                    <a:pt x="0" y="402323"/>
                  </a:lnTo>
                  <a:lnTo>
                    <a:pt x="65910" y="299762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1" name="Polygon 541"/>
            <p:cNvSpPr/>
            <p:nvPr/>
          </p:nvSpPr>
          <p:spPr>
            <a:xfrm>
              <a:off x="6647673" y="3232233"/>
              <a:ext cx="209926" cy="260504"/>
            </a:xfrm>
            <a:custGeom>
              <a:avLst/>
              <a:gdLst/>
              <a:ahLst/>
              <a:cxnLst/>
              <a:rect l="l" t="t" r="r" b="b"/>
              <a:pathLst>
                <a:path w="209926" h="260504">
                  <a:moveTo>
                    <a:pt x="209926" y="260504"/>
                  </a:moveTo>
                  <a:lnTo>
                    <a:pt x="144016" y="137812"/>
                  </a:lnTo>
                  <a:lnTo>
                    <a:pt x="0" y="0"/>
                  </a:lnTo>
                  <a:lnTo>
                    <a:pt x="65910" y="257282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2" name="Polygon 542"/>
            <p:cNvSpPr/>
            <p:nvPr/>
          </p:nvSpPr>
          <p:spPr>
            <a:xfrm>
              <a:off x="7853518" y="3387093"/>
              <a:ext cx="209926" cy="125118"/>
            </a:xfrm>
            <a:custGeom>
              <a:avLst/>
              <a:gdLst/>
              <a:ahLst/>
              <a:cxnLst/>
              <a:rect l="l" t="t" r="r" b="b"/>
              <a:pathLst>
                <a:path w="209926" h="125118">
                  <a:moveTo>
                    <a:pt x="209926" y="51227"/>
                  </a:moveTo>
                  <a:lnTo>
                    <a:pt x="144016" y="125118"/>
                  </a:lnTo>
                  <a:lnTo>
                    <a:pt x="0" y="711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3" name="Polygon 543"/>
            <p:cNvSpPr/>
            <p:nvPr/>
          </p:nvSpPr>
          <p:spPr>
            <a:xfrm>
              <a:off x="9059362" y="3440594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597"/>
                  </a:moveTo>
                  <a:lnTo>
                    <a:pt x="144016" y="113428"/>
                  </a:lnTo>
                  <a:lnTo>
                    <a:pt x="0" y="7784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4" name="Polygon 544"/>
            <p:cNvSpPr/>
            <p:nvPr/>
          </p:nvSpPr>
          <p:spPr>
            <a:xfrm>
              <a:off x="4170075" y="3475198"/>
              <a:ext cx="209926" cy="123533"/>
            </a:xfrm>
            <a:custGeom>
              <a:avLst/>
              <a:gdLst/>
              <a:ahLst/>
              <a:cxnLst/>
              <a:rect l="l" t="t" r="r" b="b"/>
              <a:pathLst>
                <a:path w="209926" h="123533">
                  <a:moveTo>
                    <a:pt x="209926" y="66063"/>
                  </a:moveTo>
                  <a:lnTo>
                    <a:pt x="144016" y="123533"/>
                  </a:lnTo>
                  <a:lnTo>
                    <a:pt x="0" y="697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5" name="Polygon 545"/>
            <p:cNvSpPr/>
            <p:nvPr/>
          </p:nvSpPr>
          <p:spPr>
            <a:xfrm>
              <a:off x="8705419" y="3447120"/>
              <a:ext cx="209927" cy="113589"/>
            </a:xfrm>
            <a:custGeom>
              <a:avLst/>
              <a:gdLst/>
              <a:ahLst/>
              <a:cxnLst/>
              <a:rect l="l" t="t" r="r" b="b"/>
              <a:pathLst>
                <a:path w="209927" h="113589">
                  <a:moveTo>
                    <a:pt x="209927" y="35721"/>
                  </a:moveTo>
                  <a:lnTo>
                    <a:pt x="144017" y="113589"/>
                  </a:lnTo>
                  <a:lnTo>
                    <a:pt x="0" y="777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6" name="Polygon 546"/>
            <p:cNvSpPr/>
            <p:nvPr/>
          </p:nvSpPr>
          <p:spPr>
            <a:xfrm>
              <a:off x="7145632" y="3417283"/>
              <a:ext cx="209926" cy="116482"/>
            </a:xfrm>
            <a:custGeom>
              <a:avLst/>
              <a:gdLst/>
              <a:ahLst/>
              <a:cxnLst/>
              <a:rect l="l" t="t" r="r" b="b"/>
              <a:pathLst>
                <a:path w="209926" h="116482">
                  <a:moveTo>
                    <a:pt x="209926" y="0"/>
                  </a:moveTo>
                  <a:lnTo>
                    <a:pt x="144016" y="116482"/>
                  </a:lnTo>
                  <a:lnTo>
                    <a:pt x="0" y="92944"/>
                  </a:lnTo>
                  <a:lnTo>
                    <a:pt x="65910" y="3058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7" name="Polygon 547"/>
            <p:cNvSpPr/>
            <p:nvPr/>
          </p:nvSpPr>
          <p:spPr>
            <a:xfrm>
              <a:off x="8351476" y="3450743"/>
              <a:ext cx="209926" cy="115200"/>
            </a:xfrm>
            <a:custGeom>
              <a:avLst/>
              <a:gdLst/>
              <a:ahLst/>
              <a:cxnLst/>
              <a:rect l="l" t="t" r="r" b="b"/>
              <a:pathLst>
                <a:path w="209926" h="115200">
                  <a:moveTo>
                    <a:pt x="209926" y="37761"/>
                  </a:moveTo>
                  <a:lnTo>
                    <a:pt x="144016" y="115200"/>
                  </a:lnTo>
                  <a:lnTo>
                    <a:pt x="0" y="764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8" name="Polygon 548"/>
            <p:cNvSpPr/>
            <p:nvPr/>
          </p:nvSpPr>
          <p:spPr>
            <a:xfrm>
              <a:off x="7499574" y="3356071"/>
              <a:ext cx="209926" cy="133458"/>
            </a:xfrm>
            <a:custGeom>
              <a:avLst/>
              <a:gdLst/>
              <a:ahLst/>
              <a:cxnLst/>
              <a:rect l="l" t="t" r="r" b="b"/>
              <a:pathLst>
                <a:path w="209926" h="133458">
                  <a:moveTo>
                    <a:pt x="209926" y="46991"/>
                  </a:moveTo>
                  <a:lnTo>
                    <a:pt x="144016" y="133458"/>
                  </a:lnTo>
                  <a:lnTo>
                    <a:pt x="0" y="880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49" name="Polygon 549"/>
            <p:cNvSpPr/>
            <p:nvPr/>
          </p:nvSpPr>
          <p:spPr>
            <a:xfrm>
              <a:off x="6791689" y="3370044"/>
              <a:ext cx="209927" cy="133291"/>
            </a:xfrm>
            <a:custGeom>
              <a:avLst/>
              <a:gdLst/>
              <a:ahLst/>
              <a:cxnLst/>
              <a:rect l="l" t="t" r="r" b="b"/>
              <a:pathLst>
                <a:path w="209927" h="133291">
                  <a:moveTo>
                    <a:pt x="209927" y="127348"/>
                  </a:moveTo>
                  <a:lnTo>
                    <a:pt x="144017" y="133291"/>
                  </a:lnTo>
                  <a:lnTo>
                    <a:pt x="0" y="0"/>
                  </a:lnTo>
                  <a:lnTo>
                    <a:pt x="65910" y="122692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0" name="Polygon 550"/>
            <p:cNvSpPr/>
            <p:nvPr/>
          </p:nvSpPr>
          <p:spPr>
            <a:xfrm>
              <a:off x="3816132" y="3461790"/>
              <a:ext cx="209926" cy="114449"/>
            </a:xfrm>
            <a:custGeom>
              <a:avLst/>
              <a:gdLst/>
              <a:ahLst/>
              <a:cxnLst/>
              <a:rect l="l" t="t" r="r" b="b"/>
              <a:pathLst>
                <a:path w="209926" h="114449">
                  <a:moveTo>
                    <a:pt x="209926" y="38829"/>
                  </a:moveTo>
                  <a:lnTo>
                    <a:pt x="144016" y="114449"/>
                  </a:lnTo>
                  <a:lnTo>
                    <a:pt x="0" y="776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1" name="Polygon 551"/>
            <p:cNvSpPr/>
            <p:nvPr/>
          </p:nvSpPr>
          <p:spPr>
            <a:xfrm>
              <a:off x="4314091" y="3541262"/>
              <a:ext cx="209926" cy="124388"/>
            </a:xfrm>
            <a:custGeom>
              <a:avLst/>
              <a:gdLst/>
              <a:ahLst/>
              <a:cxnLst/>
              <a:rect l="l" t="t" r="r" b="b"/>
              <a:pathLst>
                <a:path w="209926" h="124388">
                  <a:moveTo>
                    <a:pt x="209926" y="87934"/>
                  </a:moveTo>
                  <a:lnTo>
                    <a:pt x="144016" y="124388"/>
                  </a:lnTo>
                  <a:lnTo>
                    <a:pt x="0" y="574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2" name="Polygon 552"/>
            <p:cNvSpPr/>
            <p:nvPr/>
          </p:nvSpPr>
          <p:spPr>
            <a:xfrm>
              <a:off x="5861681" y="2712172"/>
              <a:ext cx="209927" cy="444204"/>
            </a:xfrm>
            <a:custGeom>
              <a:avLst/>
              <a:gdLst/>
              <a:ahLst/>
              <a:cxnLst/>
              <a:rect l="l" t="t" r="r" b="b"/>
              <a:pathLst>
                <a:path w="209927" h="444204">
                  <a:moveTo>
                    <a:pt x="209927" y="377615"/>
                  </a:moveTo>
                  <a:lnTo>
                    <a:pt x="144017" y="0"/>
                  </a:lnTo>
                  <a:lnTo>
                    <a:pt x="0" y="249509"/>
                  </a:lnTo>
                  <a:lnTo>
                    <a:pt x="65910" y="444204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3" name="Polygon 553"/>
            <p:cNvSpPr/>
            <p:nvPr/>
          </p:nvSpPr>
          <p:spPr>
            <a:xfrm>
              <a:off x="7997534" y="3438320"/>
              <a:ext cx="209926" cy="122677"/>
            </a:xfrm>
            <a:custGeom>
              <a:avLst/>
              <a:gdLst/>
              <a:ahLst/>
              <a:cxnLst/>
              <a:rect l="l" t="t" r="r" b="b"/>
              <a:pathLst>
                <a:path w="209926" h="122677">
                  <a:moveTo>
                    <a:pt x="209926" y="46794"/>
                  </a:moveTo>
                  <a:lnTo>
                    <a:pt x="144016" y="122677"/>
                  </a:lnTo>
                  <a:lnTo>
                    <a:pt x="0" y="738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4" name="Polygon 554"/>
            <p:cNvSpPr/>
            <p:nvPr/>
          </p:nvSpPr>
          <p:spPr>
            <a:xfrm>
              <a:off x="3462189" y="3468009"/>
              <a:ext cx="209926" cy="113658"/>
            </a:xfrm>
            <a:custGeom>
              <a:avLst/>
              <a:gdLst/>
              <a:ahLst/>
              <a:cxnLst/>
              <a:rect l="l" t="t" r="r" b="b"/>
              <a:pathLst>
                <a:path w="209926" h="113658">
                  <a:moveTo>
                    <a:pt x="209926" y="35584"/>
                  </a:moveTo>
                  <a:lnTo>
                    <a:pt x="144016" y="113658"/>
                  </a:lnTo>
                  <a:lnTo>
                    <a:pt x="0" y="780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5" name="Polygon 555"/>
            <p:cNvSpPr/>
            <p:nvPr/>
          </p:nvSpPr>
          <p:spPr>
            <a:xfrm>
              <a:off x="3108247" y="3474783"/>
              <a:ext cx="209926" cy="113508"/>
            </a:xfrm>
            <a:custGeom>
              <a:avLst/>
              <a:gdLst/>
              <a:ahLst/>
              <a:cxnLst/>
              <a:rect l="l" t="t" r="r" b="b"/>
              <a:pathLst>
                <a:path w="209926" h="113508">
                  <a:moveTo>
                    <a:pt x="209926" y="35628"/>
                  </a:moveTo>
                  <a:lnTo>
                    <a:pt x="144016" y="113508"/>
                  </a:lnTo>
                  <a:lnTo>
                    <a:pt x="0" y="778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6" name="Polygon 556"/>
            <p:cNvSpPr/>
            <p:nvPr/>
          </p:nvSpPr>
          <p:spPr>
            <a:xfrm>
              <a:off x="9203378" y="3476191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01"/>
                  </a:moveTo>
                  <a:lnTo>
                    <a:pt x="144016" y="113422"/>
                  </a:lnTo>
                  <a:lnTo>
                    <a:pt x="0" y="778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7" name="Polygon 557"/>
            <p:cNvSpPr/>
            <p:nvPr/>
          </p:nvSpPr>
          <p:spPr>
            <a:xfrm>
              <a:off x="4458107" y="3629195"/>
              <a:ext cx="209926" cy="115781"/>
            </a:xfrm>
            <a:custGeom>
              <a:avLst/>
              <a:gdLst/>
              <a:ahLst/>
              <a:cxnLst/>
              <a:rect l="l" t="t" r="r" b="b"/>
              <a:pathLst>
                <a:path w="209926" h="115781">
                  <a:moveTo>
                    <a:pt x="209926" y="108672"/>
                  </a:moveTo>
                  <a:lnTo>
                    <a:pt x="144016" y="115781"/>
                  </a:lnTo>
                  <a:lnTo>
                    <a:pt x="0" y="3645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8" name="Polygon 558"/>
            <p:cNvSpPr/>
            <p:nvPr/>
          </p:nvSpPr>
          <p:spPr>
            <a:xfrm>
              <a:off x="8849436" y="3482841"/>
              <a:ext cx="209926" cy="113463"/>
            </a:xfrm>
            <a:custGeom>
              <a:avLst/>
              <a:gdLst/>
              <a:ahLst/>
              <a:cxnLst/>
              <a:rect l="l" t="t" r="r" b="b"/>
              <a:pathLst>
                <a:path w="209926" h="113463">
                  <a:moveTo>
                    <a:pt x="209926" y="35601"/>
                  </a:moveTo>
                  <a:lnTo>
                    <a:pt x="144016" y="113463"/>
                  </a:lnTo>
                  <a:lnTo>
                    <a:pt x="0" y="778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59" name="Polygon 559"/>
            <p:cNvSpPr/>
            <p:nvPr/>
          </p:nvSpPr>
          <p:spPr>
            <a:xfrm>
              <a:off x="6935706" y="349739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12835"/>
                  </a:moveTo>
                  <a:lnTo>
                    <a:pt x="144016" y="113424"/>
                  </a:lnTo>
                  <a:lnTo>
                    <a:pt x="0" y="59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0" name="Polygon 560"/>
            <p:cNvSpPr/>
            <p:nvPr/>
          </p:nvSpPr>
          <p:spPr>
            <a:xfrm>
              <a:off x="7643591" y="3403062"/>
              <a:ext cx="209927" cy="138959"/>
            </a:xfrm>
            <a:custGeom>
              <a:avLst/>
              <a:gdLst/>
              <a:ahLst/>
              <a:cxnLst/>
              <a:rect l="l" t="t" r="r" b="b"/>
              <a:pathLst>
                <a:path w="209927" h="138959">
                  <a:moveTo>
                    <a:pt x="209927" y="55138"/>
                  </a:moveTo>
                  <a:lnTo>
                    <a:pt x="144017" y="138959"/>
                  </a:lnTo>
                  <a:lnTo>
                    <a:pt x="0" y="864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1" name="Polygon 561"/>
            <p:cNvSpPr/>
            <p:nvPr/>
          </p:nvSpPr>
          <p:spPr>
            <a:xfrm>
              <a:off x="8495492" y="3488504"/>
              <a:ext cx="209926" cy="114199"/>
            </a:xfrm>
            <a:custGeom>
              <a:avLst/>
              <a:gdLst/>
              <a:ahLst/>
              <a:cxnLst/>
              <a:rect l="l" t="t" r="r" b="b"/>
              <a:pathLst>
                <a:path w="209926" h="114199">
                  <a:moveTo>
                    <a:pt x="209926" y="36408"/>
                  </a:moveTo>
                  <a:lnTo>
                    <a:pt x="144016" y="114199"/>
                  </a:lnTo>
                  <a:lnTo>
                    <a:pt x="0" y="774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2" name="Polygon 562"/>
            <p:cNvSpPr/>
            <p:nvPr/>
          </p:nvSpPr>
          <p:spPr>
            <a:xfrm>
              <a:off x="7289648" y="3417283"/>
              <a:ext cx="209926" cy="149341"/>
            </a:xfrm>
            <a:custGeom>
              <a:avLst/>
              <a:gdLst/>
              <a:ahLst/>
              <a:cxnLst/>
              <a:rect l="l" t="t" r="r" b="b"/>
              <a:pathLst>
                <a:path w="209926" h="149341">
                  <a:moveTo>
                    <a:pt x="209926" y="26797"/>
                  </a:moveTo>
                  <a:lnTo>
                    <a:pt x="144016" y="149341"/>
                  </a:lnTo>
                  <a:lnTo>
                    <a:pt x="0" y="1164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3" name="Polygon 563"/>
            <p:cNvSpPr/>
            <p:nvPr/>
          </p:nvSpPr>
          <p:spPr>
            <a:xfrm>
              <a:off x="4602123" y="3737867"/>
              <a:ext cx="209927" cy="113153"/>
            </a:xfrm>
            <a:custGeom>
              <a:avLst/>
              <a:gdLst/>
              <a:ahLst/>
              <a:cxnLst/>
              <a:rect l="l" t="t" r="r" b="b"/>
              <a:pathLst>
                <a:path w="209927" h="113153">
                  <a:moveTo>
                    <a:pt x="209927" y="113153"/>
                  </a:moveTo>
                  <a:lnTo>
                    <a:pt x="144017" y="89119"/>
                  </a:lnTo>
                  <a:lnTo>
                    <a:pt x="0" y="71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4" name="Polygon 564"/>
            <p:cNvSpPr/>
            <p:nvPr/>
          </p:nvSpPr>
          <p:spPr>
            <a:xfrm>
              <a:off x="3960148" y="3500618"/>
              <a:ext cx="209926" cy="114339"/>
            </a:xfrm>
            <a:custGeom>
              <a:avLst/>
              <a:gdLst/>
              <a:ahLst/>
              <a:cxnLst/>
              <a:rect l="l" t="t" r="r" b="b"/>
              <a:pathLst>
                <a:path w="209926" h="114339">
                  <a:moveTo>
                    <a:pt x="209926" y="44280"/>
                  </a:moveTo>
                  <a:lnTo>
                    <a:pt x="144016" y="114339"/>
                  </a:lnTo>
                  <a:lnTo>
                    <a:pt x="0" y="756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5" name="Polygon 565"/>
            <p:cNvSpPr/>
            <p:nvPr/>
          </p:nvSpPr>
          <p:spPr>
            <a:xfrm>
              <a:off x="8141550" y="3485115"/>
              <a:ext cx="209926" cy="119163"/>
            </a:xfrm>
            <a:custGeom>
              <a:avLst/>
              <a:gdLst/>
              <a:ahLst/>
              <a:cxnLst/>
              <a:rect l="l" t="t" r="r" b="b"/>
              <a:pathLst>
                <a:path w="209926" h="119163">
                  <a:moveTo>
                    <a:pt x="209926" y="42120"/>
                  </a:moveTo>
                  <a:lnTo>
                    <a:pt x="144016" y="119163"/>
                  </a:lnTo>
                  <a:lnTo>
                    <a:pt x="0" y="758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6" name="Polygon 566"/>
            <p:cNvSpPr/>
            <p:nvPr/>
          </p:nvSpPr>
          <p:spPr>
            <a:xfrm>
              <a:off x="3606205" y="3503593"/>
              <a:ext cx="209927" cy="113599"/>
            </a:xfrm>
            <a:custGeom>
              <a:avLst/>
              <a:gdLst/>
              <a:ahLst/>
              <a:cxnLst/>
              <a:rect l="l" t="t" r="r" b="b"/>
              <a:pathLst>
                <a:path w="209927" h="113599">
                  <a:moveTo>
                    <a:pt x="209927" y="35882"/>
                  </a:moveTo>
                  <a:lnTo>
                    <a:pt x="144017" y="113599"/>
                  </a:lnTo>
                  <a:lnTo>
                    <a:pt x="0" y="780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7" name="Polygon 567"/>
            <p:cNvSpPr/>
            <p:nvPr/>
          </p:nvSpPr>
          <p:spPr>
            <a:xfrm>
              <a:off x="4746140" y="3826986"/>
              <a:ext cx="209926" cy="104834"/>
            </a:xfrm>
            <a:custGeom>
              <a:avLst/>
              <a:gdLst/>
              <a:ahLst/>
              <a:cxnLst/>
              <a:rect l="l" t="t" r="r" b="b"/>
              <a:pathLst>
                <a:path w="209926" h="104834">
                  <a:moveTo>
                    <a:pt x="209926" y="104834"/>
                  </a:moveTo>
                  <a:lnTo>
                    <a:pt x="144016" y="62650"/>
                  </a:lnTo>
                  <a:lnTo>
                    <a:pt x="0" y="0"/>
                  </a:lnTo>
                  <a:lnTo>
                    <a:pt x="65910" y="24034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8" name="Polygon 568"/>
            <p:cNvSpPr/>
            <p:nvPr/>
          </p:nvSpPr>
          <p:spPr>
            <a:xfrm>
              <a:off x="5651755" y="2754373"/>
              <a:ext cx="209926" cy="444204"/>
            </a:xfrm>
            <a:custGeom>
              <a:avLst/>
              <a:gdLst/>
              <a:ahLst/>
              <a:cxnLst/>
              <a:rect l="l" t="t" r="r" b="b"/>
              <a:pathLst>
                <a:path w="209926" h="444204">
                  <a:moveTo>
                    <a:pt x="209926" y="207309"/>
                  </a:moveTo>
                  <a:lnTo>
                    <a:pt x="144016" y="0"/>
                  </a:lnTo>
                  <a:lnTo>
                    <a:pt x="0" y="419816"/>
                  </a:lnTo>
                  <a:lnTo>
                    <a:pt x="65910" y="444204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69" name="Polygon 569"/>
            <p:cNvSpPr/>
            <p:nvPr/>
          </p:nvSpPr>
          <p:spPr>
            <a:xfrm>
              <a:off x="5100082" y="3731856"/>
              <a:ext cx="209926" cy="196535"/>
            </a:xfrm>
            <a:custGeom>
              <a:avLst/>
              <a:gdLst/>
              <a:ahLst/>
              <a:cxnLst/>
              <a:rect l="l" t="t" r="r" b="b"/>
              <a:pathLst>
                <a:path w="209926" h="196535">
                  <a:moveTo>
                    <a:pt x="209926" y="0"/>
                  </a:moveTo>
                  <a:lnTo>
                    <a:pt x="144016" y="53065"/>
                  </a:lnTo>
                  <a:lnTo>
                    <a:pt x="0" y="195083"/>
                  </a:lnTo>
                  <a:lnTo>
                    <a:pt x="65910" y="196535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0" name="Polygon 570"/>
            <p:cNvSpPr/>
            <p:nvPr/>
          </p:nvSpPr>
          <p:spPr>
            <a:xfrm>
              <a:off x="3252263" y="3510411"/>
              <a:ext cx="209926" cy="113568"/>
            </a:xfrm>
            <a:custGeom>
              <a:avLst/>
              <a:gdLst/>
              <a:ahLst/>
              <a:cxnLst/>
              <a:rect l="l" t="t" r="r" b="b"/>
              <a:pathLst>
                <a:path w="209926" h="113568">
                  <a:moveTo>
                    <a:pt x="209926" y="35636"/>
                  </a:moveTo>
                  <a:lnTo>
                    <a:pt x="144016" y="113568"/>
                  </a:lnTo>
                  <a:lnTo>
                    <a:pt x="0" y="7788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1" name="Polygon 571"/>
            <p:cNvSpPr/>
            <p:nvPr/>
          </p:nvSpPr>
          <p:spPr>
            <a:xfrm>
              <a:off x="7079722" y="3510227"/>
              <a:ext cx="209926" cy="174298"/>
            </a:xfrm>
            <a:custGeom>
              <a:avLst/>
              <a:gdLst/>
              <a:ahLst/>
              <a:cxnLst/>
              <a:rect l="l" t="t" r="r" b="b"/>
              <a:pathLst>
                <a:path w="209926" h="174298">
                  <a:moveTo>
                    <a:pt x="209926" y="23538"/>
                  </a:moveTo>
                  <a:lnTo>
                    <a:pt x="144016" y="174298"/>
                  </a:lnTo>
                  <a:lnTo>
                    <a:pt x="0" y="1005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2" name="Polygon 572"/>
            <p:cNvSpPr/>
            <p:nvPr/>
          </p:nvSpPr>
          <p:spPr>
            <a:xfrm>
              <a:off x="7787608" y="3458200"/>
              <a:ext cx="209926" cy="135337"/>
            </a:xfrm>
            <a:custGeom>
              <a:avLst/>
              <a:gdLst/>
              <a:ahLst/>
              <a:cxnLst/>
              <a:rect l="l" t="t" r="r" b="b"/>
              <a:pathLst>
                <a:path w="209926" h="135337">
                  <a:moveTo>
                    <a:pt x="209926" y="54011"/>
                  </a:moveTo>
                  <a:lnTo>
                    <a:pt x="144016" y="135337"/>
                  </a:lnTo>
                  <a:lnTo>
                    <a:pt x="0" y="838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3" name="Polygon 573"/>
            <p:cNvSpPr/>
            <p:nvPr/>
          </p:nvSpPr>
          <p:spPr>
            <a:xfrm>
              <a:off x="8993452" y="3518442"/>
              <a:ext cx="209926" cy="113421"/>
            </a:xfrm>
            <a:custGeom>
              <a:avLst/>
              <a:gdLst/>
              <a:ahLst/>
              <a:cxnLst/>
              <a:rect l="l" t="t" r="r" b="b"/>
              <a:pathLst>
                <a:path w="209926" h="113421">
                  <a:moveTo>
                    <a:pt x="209926" y="35581"/>
                  </a:moveTo>
                  <a:lnTo>
                    <a:pt x="144016" y="113421"/>
                  </a:lnTo>
                  <a:lnTo>
                    <a:pt x="0" y="7786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4" name="Polygon 574"/>
            <p:cNvSpPr/>
            <p:nvPr/>
          </p:nvSpPr>
          <p:spPr>
            <a:xfrm>
              <a:off x="5375919" y="3173909"/>
              <a:ext cx="209926" cy="489415"/>
            </a:xfrm>
            <a:custGeom>
              <a:avLst/>
              <a:gdLst/>
              <a:ahLst/>
              <a:cxnLst/>
              <a:rect l="l" t="t" r="r" b="b"/>
              <a:pathLst>
                <a:path w="209926" h="489415">
                  <a:moveTo>
                    <a:pt x="209926" y="0"/>
                  </a:moveTo>
                  <a:lnTo>
                    <a:pt x="144016" y="48529"/>
                  </a:lnTo>
                  <a:lnTo>
                    <a:pt x="0" y="489415"/>
                  </a:lnTo>
                  <a:lnTo>
                    <a:pt x="65910" y="402323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5" name="Polygon 575"/>
            <p:cNvSpPr/>
            <p:nvPr/>
          </p:nvSpPr>
          <p:spPr>
            <a:xfrm>
              <a:off x="8639508" y="3524912"/>
              <a:ext cx="209927" cy="113671"/>
            </a:xfrm>
            <a:custGeom>
              <a:avLst/>
              <a:gdLst/>
              <a:ahLst/>
              <a:cxnLst/>
              <a:rect l="l" t="t" r="r" b="b"/>
              <a:pathLst>
                <a:path w="209927" h="113671">
                  <a:moveTo>
                    <a:pt x="209927" y="35798"/>
                  </a:moveTo>
                  <a:lnTo>
                    <a:pt x="144017" y="113671"/>
                  </a:lnTo>
                  <a:lnTo>
                    <a:pt x="0" y="777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6" name="Polygon 576"/>
            <p:cNvSpPr/>
            <p:nvPr/>
          </p:nvSpPr>
          <p:spPr>
            <a:xfrm>
              <a:off x="7433664" y="3444080"/>
              <a:ext cx="209926" cy="161227"/>
            </a:xfrm>
            <a:custGeom>
              <a:avLst/>
              <a:gdLst/>
              <a:ahLst/>
              <a:cxnLst/>
              <a:rect l="l" t="t" r="r" b="b"/>
              <a:pathLst>
                <a:path w="209926" h="161227">
                  <a:moveTo>
                    <a:pt x="209926" y="45449"/>
                  </a:moveTo>
                  <a:lnTo>
                    <a:pt x="144016" y="161227"/>
                  </a:lnTo>
                  <a:lnTo>
                    <a:pt x="0" y="1225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7" name="Polygon 577"/>
            <p:cNvSpPr/>
            <p:nvPr/>
          </p:nvSpPr>
          <p:spPr>
            <a:xfrm>
              <a:off x="4104164" y="3544898"/>
              <a:ext cx="209926" cy="112202"/>
            </a:xfrm>
            <a:custGeom>
              <a:avLst/>
              <a:gdLst/>
              <a:ahLst/>
              <a:cxnLst/>
              <a:rect l="l" t="t" r="r" b="b"/>
              <a:pathLst>
                <a:path w="209926" h="112202">
                  <a:moveTo>
                    <a:pt x="209926" y="53832"/>
                  </a:moveTo>
                  <a:lnTo>
                    <a:pt x="144016" y="112202"/>
                  </a:lnTo>
                  <a:lnTo>
                    <a:pt x="0" y="700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8" name="Polygon 578"/>
            <p:cNvSpPr/>
            <p:nvPr/>
          </p:nvSpPr>
          <p:spPr>
            <a:xfrm>
              <a:off x="8285566" y="3527234"/>
              <a:ext cx="209926" cy="116303"/>
            </a:xfrm>
            <a:custGeom>
              <a:avLst/>
              <a:gdLst/>
              <a:ahLst/>
              <a:cxnLst/>
              <a:rect l="l" t="t" r="r" b="b"/>
              <a:pathLst>
                <a:path w="209926" h="116303">
                  <a:moveTo>
                    <a:pt x="209926" y="38709"/>
                  </a:moveTo>
                  <a:lnTo>
                    <a:pt x="144016" y="116303"/>
                  </a:lnTo>
                  <a:lnTo>
                    <a:pt x="0" y="770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79" name="Polygon 579"/>
            <p:cNvSpPr/>
            <p:nvPr/>
          </p:nvSpPr>
          <p:spPr>
            <a:xfrm>
              <a:off x="3750222" y="3539475"/>
              <a:ext cx="209926" cy="112964"/>
            </a:xfrm>
            <a:custGeom>
              <a:avLst/>
              <a:gdLst/>
              <a:ahLst/>
              <a:cxnLst/>
              <a:rect l="l" t="t" r="r" b="b"/>
              <a:pathLst>
                <a:path w="209926" h="112964">
                  <a:moveTo>
                    <a:pt x="209926" y="36764"/>
                  </a:moveTo>
                  <a:lnTo>
                    <a:pt x="144016" y="112964"/>
                  </a:lnTo>
                  <a:lnTo>
                    <a:pt x="0" y="777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0" name="Polygon 580"/>
            <p:cNvSpPr/>
            <p:nvPr/>
          </p:nvSpPr>
          <p:spPr>
            <a:xfrm>
              <a:off x="4890156" y="3889636"/>
              <a:ext cx="209926" cy="42184"/>
            </a:xfrm>
            <a:custGeom>
              <a:avLst/>
              <a:gdLst/>
              <a:ahLst/>
              <a:cxnLst/>
              <a:rect l="l" t="t" r="r" b="b"/>
              <a:pathLst>
                <a:path w="209926" h="42184">
                  <a:moveTo>
                    <a:pt x="209926" y="37304"/>
                  </a:moveTo>
                  <a:lnTo>
                    <a:pt x="144016" y="11383"/>
                  </a:lnTo>
                  <a:lnTo>
                    <a:pt x="0" y="0"/>
                  </a:lnTo>
                  <a:lnTo>
                    <a:pt x="65910" y="42184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1" name="Polygon 581"/>
            <p:cNvSpPr/>
            <p:nvPr/>
          </p:nvSpPr>
          <p:spPr>
            <a:xfrm>
              <a:off x="7223738" y="3533765"/>
              <a:ext cx="209926" cy="195056"/>
            </a:xfrm>
            <a:custGeom>
              <a:avLst/>
              <a:gdLst/>
              <a:ahLst/>
              <a:cxnLst/>
              <a:rect l="l" t="t" r="r" b="b"/>
              <a:pathLst>
                <a:path w="209926" h="195056">
                  <a:moveTo>
                    <a:pt x="209926" y="32858"/>
                  </a:moveTo>
                  <a:lnTo>
                    <a:pt x="144016" y="195056"/>
                  </a:lnTo>
                  <a:lnTo>
                    <a:pt x="0" y="1507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2" name="Polygon 582"/>
            <p:cNvSpPr/>
            <p:nvPr/>
          </p:nvSpPr>
          <p:spPr>
            <a:xfrm>
              <a:off x="7931624" y="3512210"/>
              <a:ext cx="209926" cy="128328"/>
            </a:xfrm>
            <a:custGeom>
              <a:avLst/>
              <a:gdLst/>
              <a:ahLst/>
              <a:cxnLst/>
              <a:rect l="l" t="t" r="r" b="b"/>
              <a:pathLst>
                <a:path w="209926" h="128328">
                  <a:moveTo>
                    <a:pt x="209926" y="48787"/>
                  </a:moveTo>
                  <a:lnTo>
                    <a:pt x="144016" y="128328"/>
                  </a:lnTo>
                  <a:lnTo>
                    <a:pt x="0" y="8132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3" name="Polygon 583"/>
            <p:cNvSpPr/>
            <p:nvPr/>
          </p:nvSpPr>
          <p:spPr>
            <a:xfrm>
              <a:off x="3396279" y="3546047"/>
              <a:ext cx="209926" cy="113570"/>
            </a:xfrm>
            <a:custGeom>
              <a:avLst/>
              <a:gdLst/>
              <a:ahLst/>
              <a:cxnLst/>
              <a:rect l="l" t="t" r="r" b="b"/>
              <a:pathLst>
                <a:path w="209926" h="113570">
                  <a:moveTo>
                    <a:pt x="209926" y="35620"/>
                  </a:moveTo>
                  <a:lnTo>
                    <a:pt x="144016" y="113570"/>
                  </a:lnTo>
                  <a:lnTo>
                    <a:pt x="0" y="779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4" name="Polygon 584"/>
            <p:cNvSpPr/>
            <p:nvPr/>
          </p:nvSpPr>
          <p:spPr>
            <a:xfrm>
              <a:off x="3042336" y="3552625"/>
              <a:ext cx="209926" cy="113494"/>
            </a:xfrm>
            <a:custGeom>
              <a:avLst/>
              <a:gdLst/>
              <a:ahLst/>
              <a:cxnLst/>
              <a:rect l="l" t="t" r="r" b="b"/>
              <a:pathLst>
                <a:path w="209926" h="113494">
                  <a:moveTo>
                    <a:pt x="209926" y="35666"/>
                  </a:moveTo>
                  <a:lnTo>
                    <a:pt x="144016" y="113494"/>
                  </a:lnTo>
                  <a:lnTo>
                    <a:pt x="0" y="778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5" name="Polygon 585"/>
            <p:cNvSpPr/>
            <p:nvPr/>
          </p:nvSpPr>
          <p:spPr>
            <a:xfrm>
              <a:off x="9137468" y="3554022"/>
              <a:ext cx="209926" cy="113415"/>
            </a:xfrm>
            <a:custGeom>
              <a:avLst/>
              <a:gdLst/>
              <a:ahLst/>
              <a:cxnLst/>
              <a:rect l="l" t="t" r="r" b="b"/>
              <a:pathLst>
                <a:path w="209926" h="113415">
                  <a:moveTo>
                    <a:pt x="209926" y="35590"/>
                  </a:moveTo>
                  <a:lnTo>
                    <a:pt x="144016" y="113415"/>
                  </a:lnTo>
                  <a:lnTo>
                    <a:pt x="0" y="778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6" name="Polygon 586"/>
            <p:cNvSpPr/>
            <p:nvPr/>
          </p:nvSpPr>
          <p:spPr>
            <a:xfrm>
              <a:off x="4248180" y="3598731"/>
              <a:ext cx="209926" cy="105203"/>
            </a:xfrm>
            <a:custGeom>
              <a:avLst/>
              <a:gdLst/>
              <a:ahLst/>
              <a:cxnLst/>
              <a:rect l="l" t="t" r="r" b="b"/>
              <a:pathLst>
                <a:path w="209926" h="105203">
                  <a:moveTo>
                    <a:pt x="209926" y="66919"/>
                  </a:moveTo>
                  <a:lnTo>
                    <a:pt x="144016" y="105203"/>
                  </a:lnTo>
                  <a:lnTo>
                    <a:pt x="0" y="583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7" name="Polygon 587"/>
            <p:cNvSpPr/>
            <p:nvPr/>
          </p:nvSpPr>
          <p:spPr>
            <a:xfrm>
              <a:off x="7577680" y="3489529"/>
              <a:ext cx="209927" cy="156661"/>
            </a:xfrm>
            <a:custGeom>
              <a:avLst/>
              <a:gdLst/>
              <a:ahLst/>
              <a:cxnLst/>
              <a:rect l="l" t="t" r="r" b="b"/>
              <a:pathLst>
                <a:path w="209927" h="156661">
                  <a:moveTo>
                    <a:pt x="209927" y="52492"/>
                  </a:moveTo>
                  <a:lnTo>
                    <a:pt x="144017" y="156661"/>
                  </a:lnTo>
                  <a:lnTo>
                    <a:pt x="0" y="1157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8" name="Polygon 588"/>
            <p:cNvSpPr/>
            <p:nvPr/>
          </p:nvSpPr>
          <p:spPr>
            <a:xfrm>
              <a:off x="8783525" y="3560710"/>
              <a:ext cx="209926" cy="113458"/>
            </a:xfrm>
            <a:custGeom>
              <a:avLst/>
              <a:gdLst/>
              <a:ahLst/>
              <a:cxnLst/>
              <a:rect l="l" t="t" r="r" b="b"/>
              <a:pathLst>
                <a:path w="209926" h="113458">
                  <a:moveTo>
                    <a:pt x="209926" y="35594"/>
                  </a:moveTo>
                  <a:lnTo>
                    <a:pt x="144016" y="113458"/>
                  </a:lnTo>
                  <a:lnTo>
                    <a:pt x="0" y="778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89" name="Polygon 589"/>
            <p:cNvSpPr/>
            <p:nvPr/>
          </p:nvSpPr>
          <p:spPr>
            <a:xfrm>
              <a:off x="7013812" y="3610816"/>
              <a:ext cx="209926" cy="250666"/>
            </a:xfrm>
            <a:custGeom>
              <a:avLst/>
              <a:gdLst/>
              <a:ahLst/>
              <a:cxnLst/>
              <a:rect l="l" t="t" r="r" b="b"/>
              <a:pathLst>
                <a:path w="209926" h="250666">
                  <a:moveTo>
                    <a:pt x="209926" y="73709"/>
                  </a:moveTo>
                  <a:lnTo>
                    <a:pt x="144016" y="250666"/>
                  </a:lnTo>
                  <a:lnTo>
                    <a:pt x="0" y="10876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0" name="Polygon 590"/>
            <p:cNvSpPr/>
            <p:nvPr/>
          </p:nvSpPr>
          <p:spPr>
            <a:xfrm>
              <a:off x="8429582" y="3565943"/>
              <a:ext cx="209926" cy="114560"/>
            </a:xfrm>
            <a:custGeom>
              <a:avLst/>
              <a:gdLst/>
              <a:ahLst/>
              <a:cxnLst/>
              <a:rect l="l" t="t" r="r" b="b"/>
              <a:pathLst>
                <a:path w="209926" h="114560">
                  <a:moveTo>
                    <a:pt x="209926" y="36760"/>
                  </a:moveTo>
                  <a:lnTo>
                    <a:pt x="144016" y="114560"/>
                  </a:lnTo>
                  <a:lnTo>
                    <a:pt x="0" y="775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1" name="Polygon 591"/>
            <p:cNvSpPr/>
            <p:nvPr/>
          </p:nvSpPr>
          <p:spPr>
            <a:xfrm>
              <a:off x="6869796" y="3483468"/>
              <a:ext cx="209926" cy="236116"/>
            </a:xfrm>
            <a:custGeom>
              <a:avLst/>
              <a:gdLst/>
              <a:ahLst/>
              <a:cxnLst/>
              <a:rect l="l" t="t" r="r" b="b"/>
              <a:pathLst>
                <a:path w="209926" h="236116">
                  <a:moveTo>
                    <a:pt x="209926" y="127348"/>
                  </a:moveTo>
                  <a:lnTo>
                    <a:pt x="144016" y="236116"/>
                  </a:lnTo>
                  <a:lnTo>
                    <a:pt x="0" y="0"/>
                  </a:lnTo>
                  <a:lnTo>
                    <a:pt x="65910" y="19867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2" name="Polygon 592"/>
            <p:cNvSpPr/>
            <p:nvPr/>
          </p:nvSpPr>
          <p:spPr>
            <a:xfrm>
              <a:off x="6005698" y="2529920"/>
              <a:ext cx="209926" cy="559867"/>
            </a:xfrm>
            <a:custGeom>
              <a:avLst/>
              <a:gdLst/>
              <a:ahLst/>
              <a:cxnLst/>
              <a:rect l="l" t="t" r="r" b="b"/>
              <a:pathLst>
                <a:path w="209926" h="559867">
                  <a:moveTo>
                    <a:pt x="209926" y="517386"/>
                  </a:moveTo>
                  <a:lnTo>
                    <a:pt x="144016" y="0"/>
                  </a:lnTo>
                  <a:lnTo>
                    <a:pt x="0" y="182252"/>
                  </a:lnTo>
                  <a:lnTo>
                    <a:pt x="65910" y="559867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3" name="Polygon 593"/>
            <p:cNvSpPr/>
            <p:nvPr/>
          </p:nvSpPr>
          <p:spPr>
            <a:xfrm>
              <a:off x="3894238" y="3576238"/>
              <a:ext cx="209926" cy="110827"/>
            </a:xfrm>
            <a:custGeom>
              <a:avLst/>
              <a:gdLst/>
              <a:ahLst/>
              <a:cxnLst/>
              <a:rect l="l" t="t" r="r" b="b"/>
              <a:pathLst>
                <a:path w="209926" h="110827">
                  <a:moveTo>
                    <a:pt x="209926" y="38719"/>
                  </a:moveTo>
                  <a:lnTo>
                    <a:pt x="144016" y="110827"/>
                  </a:lnTo>
                  <a:lnTo>
                    <a:pt x="0" y="762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4" name="Polygon 594"/>
            <p:cNvSpPr/>
            <p:nvPr/>
          </p:nvSpPr>
          <p:spPr>
            <a:xfrm>
              <a:off x="8075640" y="3560997"/>
              <a:ext cx="209926" cy="121782"/>
            </a:xfrm>
            <a:custGeom>
              <a:avLst/>
              <a:gdLst/>
              <a:ahLst/>
              <a:cxnLst/>
              <a:rect l="l" t="t" r="r" b="b"/>
              <a:pathLst>
                <a:path w="209926" h="121782">
                  <a:moveTo>
                    <a:pt x="209926" y="43280"/>
                  </a:moveTo>
                  <a:lnTo>
                    <a:pt x="144016" y="121782"/>
                  </a:lnTo>
                  <a:lnTo>
                    <a:pt x="0" y="795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5" name="Polygon 595"/>
            <p:cNvSpPr/>
            <p:nvPr/>
          </p:nvSpPr>
          <p:spPr>
            <a:xfrm>
              <a:off x="7367754" y="3566624"/>
              <a:ext cx="209926" cy="188117"/>
            </a:xfrm>
            <a:custGeom>
              <a:avLst/>
              <a:gdLst/>
              <a:ahLst/>
              <a:cxnLst/>
              <a:rect l="l" t="t" r="r" b="b"/>
              <a:pathLst>
                <a:path w="209926" h="188117">
                  <a:moveTo>
                    <a:pt x="209926" y="38683"/>
                  </a:moveTo>
                  <a:lnTo>
                    <a:pt x="144016" y="188117"/>
                  </a:lnTo>
                  <a:lnTo>
                    <a:pt x="0" y="1621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6" name="Polygon 596"/>
            <p:cNvSpPr/>
            <p:nvPr/>
          </p:nvSpPr>
          <p:spPr>
            <a:xfrm>
              <a:off x="4392197" y="3665650"/>
              <a:ext cx="209926" cy="89565"/>
            </a:xfrm>
            <a:custGeom>
              <a:avLst/>
              <a:gdLst/>
              <a:ahLst/>
              <a:cxnLst/>
              <a:rect l="l" t="t" r="r" b="b"/>
              <a:pathLst>
                <a:path w="209926" h="89565">
                  <a:moveTo>
                    <a:pt x="209926" y="79327"/>
                  </a:moveTo>
                  <a:lnTo>
                    <a:pt x="144016" y="89565"/>
                  </a:lnTo>
                  <a:lnTo>
                    <a:pt x="0" y="382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7" name="Polygon 597"/>
            <p:cNvSpPr/>
            <p:nvPr/>
          </p:nvSpPr>
          <p:spPr>
            <a:xfrm>
              <a:off x="3540295" y="3581667"/>
              <a:ext cx="209927" cy="113288"/>
            </a:xfrm>
            <a:custGeom>
              <a:avLst/>
              <a:gdLst/>
              <a:ahLst/>
              <a:cxnLst/>
              <a:rect l="l" t="t" r="r" b="b"/>
              <a:pathLst>
                <a:path w="209927" h="113288">
                  <a:moveTo>
                    <a:pt x="209927" y="35525"/>
                  </a:moveTo>
                  <a:lnTo>
                    <a:pt x="144017" y="113288"/>
                  </a:lnTo>
                  <a:lnTo>
                    <a:pt x="0" y="779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8" name="Polygon 598"/>
            <p:cNvSpPr/>
            <p:nvPr/>
          </p:nvSpPr>
          <p:spPr>
            <a:xfrm>
              <a:off x="7157828" y="3684525"/>
              <a:ext cx="209926" cy="236796"/>
            </a:xfrm>
            <a:custGeom>
              <a:avLst/>
              <a:gdLst/>
              <a:ahLst/>
              <a:cxnLst/>
              <a:rect l="l" t="t" r="r" b="b"/>
              <a:pathLst>
                <a:path w="209926" h="236796">
                  <a:moveTo>
                    <a:pt x="209926" y="44296"/>
                  </a:moveTo>
                  <a:lnTo>
                    <a:pt x="144016" y="236796"/>
                  </a:lnTo>
                  <a:lnTo>
                    <a:pt x="0" y="1769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599" name="Polygon 599"/>
            <p:cNvSpPr/>
            <p:nvPr/>
          </p:nvSpPr>
          <p:spPr>
            <a:xfrm>
              <a:off x="3186353" y="3588291"/>
              <a:ext cx="209926" cy="113528"/>
            </a:xfrm>
            <a:custGeom>
              <a:avLst/>
              <a:gdLst/>
              <a:ahLst/>
              <a:cxnLst/>
              <a:rect l="l" t="t" r="r" b="b"/>
              <a:pathLst>
                <a:path w="209926" h="113528">
                  <a:moveTo>
                    <a:pt x="209926" y="35687"/>
                  </a:moveTo>
                  <a:lnTo>
                    <a:pt x="144016" y="113528"/>
                  </a:lnTo>
                  <a:lnTo>
                    <a:pt x="0" y="778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0" name="Polygon 600"/>
            <p:cNvSpPr/>
            <p:nvPr/>
          </p:nvSpPr>
          <p:spPr>
            <a:xfrm>
              <a:off x="7721697" y="3542021"/>
              <a:ext cx="209926" cy="144746"/>
            </a:xfrm>
            <a:custGeom>
              <a:avLst/>
              <a:gdLst/>
              <a:ahLst/>
              <a:cxnLst/>
              <a:rect l="l" t="t" r="r" b="b"/>
              <a:pathLst>
                <a:path w="209926" h="144746">
                  <a:moveTo>
                    <a:pt x="209926" y="51516"/>
                  </a:moveTo>
                  <a:lnTo>
                    <a:pt x="144016" y="144746"/>
                  </a:lnTo>
                  <a:lnTo>
                    <a:pt x="0" y="10416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1" name="Polygon 601"/>
            <p:cNvSpPr/>
            <p:nvPr/>
          </p:nvSpPr>
          <p:spPr>
            <a:xfrm>
              <a:off x="8927542" y="3596304"/>
              <a:ext cx="209926" cy="113401"/>
            </a:xfrm>
            <a:custGeom>
              <a:avLst/>
              <a:gdLst/>
              <a:ahLst/>
              <a:cxnLst/>
              <a:rect l="l" t="t" r="r" b="b"/>
              <a:pathLst>
                <a:path w="209926" h="113401">
                  <a:moveTo>
                    <a:pt x="209926" y="35559"/>
                  </a:moveTo>
                  <a:lnTo>
                    <a:pt x="144016" y="113401"/>
                  </a:lnTo>
                  <a:lnTo>
                    <a:pt x="0" y="778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2" name="Polygon 602"/>
            <p:cNvSpPr/>
            <p:nvPr/>
          </p:nvSpPr>
          <p:spPr>
            <a:xfrm>
              <a:off x="5310008" y="3222438"/>
              <a:ext cx="209926" cy="509418"/>
            </a:xfrm>
            <a:custGeom>
              <a:avLst/>
              <a:gdLst/>
              <a:ahLst/>
              <a:cxnLst/>
              <a:rect l="l" t="t" r="r" b="b"/>
              <a:pathLst>
                <a:path w="209926" h="509418">
                  <a:moveTo>
                    <a:pt x="209926" y="0"/>
                  </a:moveTo>
                  <a:lnTo>
                    <a:pt x="144016" y="107095"/>
                  </a:lnTo>
                  <a:lnTo>
                    <a:pt x="0" y="509418"/>
                  </a:lnTo>
                  <a:lnTo>
                    <a:pt x="65910" y="440887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3" name="Polygon 603"/>
            <p:cNvSpPr/>
            <p:nvPr/>
          </p:nvSpPr>
          <p:spPr>
            <a:xfrm>
              <a:off x="8573598" y="3602703"/>
              <a:ext cx="209927" cy="113728"/>
            </a:xfrm>
            <a:custGeom>
              <a:avLst/>
              <a:gdLst/>
              <a:ahLst/>
              <a:cxnLst/>
              <a:rect l="l" t="t" r="r" b="b"/>
              <a:pathLst>
                <a:path w="209927" h="113728">
                  <a:moveTo>
                    <a:pt x="209927" y="35881"/>
                  </a:moveTo>
                  <a:lnTo>
                    <a:pt x="144017" y="113728"/>
                  </a:lnTo>
                  <a:lnTo>
                    <a:pt x="0" y="778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4" name="Polygon 604"/>
            <p:cNvSpPr/>
            <p:nvPr/>
          </p:nvSpPr>
          <p:spPr>
            <a:xfrm>
              <a:off x="6725780" y="3175350"/>
              <a:ext cx="209926" cy="327985"/>
            </a:xfrm>
            <a:custGeom>
              <a:avLst/>
              <a:gdLst/>
              <a:ahLst/>
              <a:cxnLst/>
              <a:rect l="l" t="t" r="r" b="b"/>
              <a:pathLst>
                <a:path w="209926" h="327985">
                  <a:moveTo>
                    <a:pt x="209926" y="327985"/>
                  </a:moveTo>
                  <a:lnTo>
                    <a:pt x="144016" y="308118"/>
                  </a:lnTo>
                  <a:lnTo>
                    <a:pt x="0" y="0"/>
                  </a:lnTo>
                  <a:lnTo>
                    <a:pt x="65909" y="194694"/>
                  </a:lnTo>
                  <a:close/>
                </a:path>
              </a:pathLst>
            </a:custGeom>
            <a:solidFill>
              <a:srgbClr val="7004A4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5" name="Polygon 605"/>
            <p:cNvSpPr/>
            <p:nvPr/>
          </p:nvSpPr>
          <p:spPr>
            <a:xfrm>
              <a:off x="4536213" y="3744977"/>
              <a:ext cx="209927" cy="82009"/>
            </a:xfrm>
            <a:custGeom>
              <a:avLst/>
              <a:gdLst/>
              <a:ahLst/>
              <a:cxnLst/>
              <a:rect l="l" t="t" r="r" b="b"/>
              <a:pathLst>
                <a:path w="209927" h="82009">
                  <a:moveTo>
                    <a:pt x="209927" y="82009"/>
                  </a:moveTo>
                  <a:lnTo>
                    <a:pt x="144017" y="62480"/>
                  </a:lnTo>
                  <a:lnTo>
                    <a:pt x="0" y="102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6" name="Polygon 606"/>
            <p:cNvSpPr/>
            <p:nvPr/>
          </p:nvSpPr>
          <p:spPr>
            <a:xfrm>
              <a:off x="4038254" y="3614958"/>
              <a:ext cx="209926" cy="105649"/>
            </a:xfrm>
            <a:custGeom>
              <a:avLst/>
              <a:gdLst/>
              <a:ahLst/>
              <a:cxnLst/>
              <a:rect l="l" t="t" r="r" b="b"/>
              <a:pathLst>
                <a:path w="209926" h="105649">
                  <a:moveTo>
                    <a:pt x="209926" y="42142"/>
                  </a:moveTo>
                  <a:lnTo>
                    <a:pt x="144016" y="105649"/>
                  </a:lnTo>
                  <a:lnTo>
                    <a:pt x="0" y="721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7" name="Polygon 607"/>
            <p:cNvSpPr/>
            <p:nvPr/>
          </p:nvSpPr>
          <p:spPr>
            <a:xfrm>
              <a:off x="8219656" y="3604277"/>
              <a:ext cx="209926" cy="117267"/>
            </a:xfrm>
            <a:custGeom>
              <a:avLst/>
              <a:gdLst/>
              <a:ahLst/>
              <a:cxnLst/>
              <a:rect l="l" t="t" r="r" b="b"/>
              <a:pathLst>
                <a:path w="209926" h="117267">
                  <a:moveTo>
                    <a:pt x="209926" y="39260"/>
                  </a:moveTo>
                  <a:lnTo>
                    <a:pt x="144016" y="117267"/>
                  </a:lnTo>
                  <a:lnTo>
                    <a:pt x="0" y="785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8" name="Polygon 608"/>
            <p:cNvSpPr/>
            <p:nvPr/>
          </p:nvSpPr>
          <p:spPr>
            <a:xfrm>
              <a:off x="5034172" y="3784921"/>
              <a:ext cx="209926" cy="142019"/>
            </a:xfrm>
            <a:custGeom>
              <a:avLst/>
              <a:gdLst/>
              <a:ahLst/>
              <a:cxnLst/>
              <a:rect l="l" t="t" r="r" b="b"/>
              <a:pathLst>
                <a:path w="209926" h="142019">
                  <a:moveTo>
                    <a:pt x="209926" y="0"/>
                  </a:moveTo>
                  <a:lnTo>
                    <a:pt x="144016" y="45424"/>
                  </a:lnTo>
                  <a:lnTo>
                    <a:pt x="0" y="116098"/>
                  </a:lnTo>
                  <a:lnTo>
                    <a:pt x="65910" y="142019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09" name="Polygon 609"/>
            <p:cNvSpPr/>
            <p:nvPr/>
          </p:nvSpPr>
          <p:spPr>
            <a:xfrm>
              <a:off x="7091918" y="3861482"/>
              <a:ext cx="209926" cy="257648"/>
            </a:xfrm>
            <a:custGeom>
              <a:avLst/>
              <a:gdLst/>
              <a:ahLst/>
              <a:cxnLst/>
              <a:rect l="l" t="t" r="r" b="b"/>
              <a:pathLst>
                <a:path w="209926" h="257648">
                  <a:moveTo>
                    <a:pt x="209926" y="59840"/>
                  </a:moveTo>
                  <a:lnTo>
                    <a:pt x="144016" y="257648"/>
                  </a:lnTo>
                  <a:lnTo>
                    <a:pt x="0" y="1815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0" name="Polygon 610"/>
            <p:cNvSpPr/>
            <p:nvPr/>
          </p:nvSpPr>
          <p:spPr>
            <a:xfrm>
              <a:off x="6947902" y="3719584"/>
              <a:ext cx="209926" cy="323443"/>
            </a:xfrm>
            <a:custGeom>
              <a:avLst/>
              <a:gdLst/>
              <a:ahLst/>
              <a:cxnLst/>
              <a:rect l="l" t="t" r="r" b="b"/>
              <a:pathLst>
                <a:path w="209926" h="323443">
                  <a:moveTo>
                    <a:pt x="209926" y="141898"/>
                  </a:moveTo>
                  <a:lnTo>
                    <a:pt x="144016" y="323443"/>
                  </a:lnTo>
                  <a:lnTo>
                    <a:pt x="0" y="1102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1" name="Polygon 611"/>
            <p:cNvSpPr/>
            <p:nvPr/>
          </p:nvSpPr>
          <p:spPr>
            <a:xfrm>
              <a:off x="7511770" y="3605307"/>
              <a:ext cx="209927" cy="168414"/>
            </a:xfrm>
            <a:custGeom>
              <a:avLst/>
              <a:gdLst/>
              <a:ahLst/>
              <a:cxnLst/>
              <a:rect l="l" t="t" r="r" b="b"/>
              <a:pathLst>
                <a:path w="209927" h="168414">
                  <a:moveTo>
                    <a:pt x="209927" y="40882"/>
                  </a:moveTo>
                  <a:lnTo>
                    <a:pt x="144017" y="168414"/>
                  </a:lnTo>
                  <a:lnTo>
                    <a:pt x="0" y="1494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2" name="Polygon 612"/>
            <p:cNvSpPr/>
            <p:nvPr/>
          </p:nvSpPr>
          <p:spPr>
            <a:xfrm>
              <a:off x="3684312" y="3617192"/>
              <a:ext cx="209926" cy="112204"/>
            </a:xfrm>
            <a:custGeom>
              <a:avLst/>
              <a:gdLst/>
              <a:ahLst/>
              <a:cxnLst/>
              <a:rect l="l" t="t" r="r" b="b"/>
              <a:pathLst>
                <a:path w="209926" h="112204">
                  <a:moveTo>
                    <a:pt x="209926" y="35246"/>
                  </a:moveTo>
                  <a:lnTo>
                    <a:pt x="144016" y="112204"/>
                  </a:lnTo>
                  <a:lnTo>
                    <a:pt x="0" y="777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3" name="Polygon 613"/>
            <p:cNvSpPr/>
            <p:nvPr/>
          </p:nvSpPr>
          <p:spPr>
            <a:xfrm>
              <a:off x="7301844" y="3728821"/>
              <a:ext cx="209926" cy="201073"/>
            </a:xfrm>
            <a:custGeom>
              <a:avLst/>
              <a:gdLst/>
              <a:ahLst/>
              <a:cxnLst/>
              <a:rect l="l" t="t" r="r" b="b"/>
              <a:pathLst>
                <a:path w="209926" h="201073">
                  <a:moveTo>
                    <a:pt x="209926" y="25919"/>
                  </a:moveTo>
                  <a:lnTo>
                    <a:pt x="144016" y="201073"/>
                  </a:lnTo>
                  <a:lnTo>
                    <a:pt x="0" y="1925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4" name="Polygon 614"/>
            <p:cNvSpPr/>
            <p:nvPr/>
          </p:nvSpPr>
          <p:spPr>
            <a:xfrm>
              <a:off x="7865714" y="3593537"/>
              <a:ext cx="209926" cy="132397"/>
            </a:xfrm>
            <a:custGeom>
              <a:avLst/>
              <a:gdLst/>
              <a:ahLst/>
              <a:cxnLst/>
              <a:rect l="l" t="t" r="r" b="b"/>
              <a:pathLst>
                <a:path w="209926" h="132397">
                  <a:moveTo>
                    <a:pt x="209926" y="47002"/>
                  </a:moveTo>
                  <a:lnTo>
                    <a:pt x="144016" y="132397"/>
                  </a:lnTo>
                  <a:lnTo>
                    <a:pt x="0" y="9323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5" name="Polygon 615"/>
            <p:cNvSpPr/>
            <p:nvPr/>
          </p:nvSpPr>
          <p:spPr>
            <a:xfrm>
              <a:off x="3330369" y="3623979"/>
              <a:ext cx="209926" cy="113483"/>
            </a:xfrm>
            <a:custGeom>
              <a:avLst/>
              <a:gdLst/>
              <a:ahLst/>
              <a:cxnLst/>
              <a:rect l="l" t="t" r="r" b="b"/>
              <a:pathLst>
                <a:path w="209926" h="113483">
                  <a:moveTo>
                    <a:pt x="209926" y="35639"/>
                  </a:moveTo>
                  <a:lnTo>
                    <a:pt x="144016" y="113483"/>
                  </a:lnTo>
                  <a:lnTo>
                    <a:pt x="0" y="778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6" name="Polygon 616"/>
            <p:cNvSpPr/>
            <p:nvPr/>
          </p:nvSpPr>
          <p:spPr>
            <a:xfrm>
              <a:off x="4680230" y="3807457"/>
              <a:ext cx="209926" cy="82179"/>
            </a:xfrm>
            <a:custGeom>
              <a:avLst/>
              <a:gdLst/>
              <a:ahLst/>
              <a:cxnLst/>
              <a:rect l="l" t="t" r="r" b="b"/>
              <a:pathLst>
                <a:path w="209926" h="82179">
                  <a:moveTo>
                    <a:pt x="209926" y="82179"/>
                  </a:moveTo>
                  <a:lnTo>
                    <a:pt x="144016" y="45304"/>
                  </a:lnTo>
                  <a:lnTo>
                    <a:pt x="0" y="0"/>
                  </a:lnTo>
                  <a:lnTo>
                    <a:pt x="65910" y="19529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7" name="Polygon 617"/>
            <p:cNvSpPr/>
            <p:nvPr/>
          </p:nvSpPr>
          <p:spPr>
            <a:xfrm>
              <a:off x="2976426" y="3630444"/>
              <a:ext cx="209926" cy="113469"/>
            </a:xfrm>
            <a:custGeom>
              <a:avLst/>
              <a:gdLst/>
              <a:ahLst/>
              <a:cxnLst/>
              <a:rect l="l" t="t" r="r" b="b"/>
              <a:pathLst>
                <a:path w="209926" h="113469">
                  <a:moveTo>
                    <a:pt x="209926" y="35675"/>
                  </a:moveTo>
                  <a:lnTo>
                    <a:pt x="144016" y="113469"/>
                  </a:lnTo>
                  <a:lnTo>
                    <a:pt x="0" y="778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8" name="Polygon 618"/>
            <p:cNvSpPr/>
            <p:nvPr/>
          </p:nvSpPr>
          <p:spPr>
            <a:xfrm>
              <a:off x="9071558" y="3631862"/>
              <a:ext cx="209926" cy="113400"/>
            </a:xfrm>
            <a:custGeom>
              <a:avLst/>
              <a:gdLst/>
              <a:ahLst/>
              <a:cxnLst/>
              <a:rect l="l" t="t" r="r" b="b"/>
              <a:pathLst>
                <a:path w="209926" h="113400">
                  <a:moveTo>
                    <a:pt x="209926" y="35575"/>
                  </a:moveTo>
                  <a:lnTo>
                    <a:pt x="144016" y="113400"/>
                  </a:lnTo>
                  <a:lnTo>
                    <a:pt x="0" y="778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19" name="Polygon 619"/>
            <p:cNvSpPr/>
            <p:nvPr/>
          </p:nvSpPr>
          <p:spPr>
            <a:xfrm>
              <a:off x="8717615" y="3638583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584"/>
                  </a:moveTo>
                  <a:lnTo>
                    <a:pt x="144016" y="113428"/>
                  </a:lnTo>
                  <a:lnTo>
                    <a:pt x="0" y="7784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0" name="Polygon 620"/>
            <p:cNvSpPr/>
            <p:nvPr/>
          </p:nvSpPr>
          <p:spPr>
            <a:xfrm>
              <a:off x="4182270" y="3657100"/>
              <a:ext cx="209926" cy="95561"/>
            </a:xfrm>
            <a:custGeom>
              <a:avLst/>
              <a:gdLst/>
              <a:ahLst/>
              <a:cxnLst/>
              <a:rect l="l" t="t" r="r" b="b"/>
              <a:pathLst>
                <a:path w="209926" h="95561">
                  <a:moveTo>
                    <a:pt x="209926" y="46833"/>
                  </a:moveTo>
                  <a:lnTo>
                    <a:pt x="144016" y="95561"/>
                  </a:lnTo>
                  <a:lnTo>
                    <a:pt x="0" y="635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1" name="Polygon 621"/>
            <p:cNvSpPr/>
            <p:nvPr/>
          </p:nvSpPr>
          <p:spPr>
            <a:xfrm>
              <a:off x="8363672" y="3643537"/>
              <a:ext cx="209926" cy="114789"/>
            </a:xfrm>
            <a:custGeom>
              <a:avLst/>
              <a:gdLst/>
              <a:ahLst/>
              <a:cxnLst/>
              <a:rect l="l" t="t" r="r" b="b"/>
              <a:pathLst>
                <a:path w="209926" h="114789">
                  <a:moveTo>
                    <a:pt x="209926" y="36966"/>
                  </a:moveTo>
                  <a:lnTo>
                    <a:pt x="144016" y="114789"/>
                  </a:lnTo>
                  <a:lnTo>
                    <a:pt x="0" y="780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2" name="Polygon 622"/>
            <p:cNvSpPr/>
            <p:nvPr/>
          </p:nvSpPr>
          <p:spPr>
            <a:xfrm>
              <a:off x="6581763" y="2854618"/>
              <a:ext cx="209926" cy="515426"/>
            </a:xfrm>
            <a:custGeom>
              <a:avLst/>
              <a:gdLst/>
              <a:ahLst/>
              <a:cxnLst/>
              <a:rect l="l" t="t" r="r" b="b"/>
              <a:pathLst>
                <a:path w="209926" h="515426">
                  <a:moveTo>
                    <a:pt x="209926" y="515426"/>
                  </a:moveTo>
                  <a:lnTo>
                    <a:pt x="144017" y="320732"/>
                  </a:lnTo>
                  <a:lnTo>
                    <a:pt x="0" y="0"/>
                  </a:lnTo>
                  <a:lnTo>
                    <a:pt x="65910" y="377615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3" name="Polygon 623"/>
            <p:cNvSpPr/>
            <p:nvPr/>
          </p:nvSpPr>
          <p:spPr>
            <a:xfrm>
              <a:off x="6149714" y="2483836"/>
              <a:ext cx="209926" cy="569798"/>
            </a:xfrm>
            <a:custGeom>
              <a:avLst/>
              <a:gdLst/>
              <a:ahLst/>
              <a:cxnLst/>
              <a:rect l="l" t="t" r="r" b="b"/>
              <a:pathLst>
                <a:path w="209926" h="569798">
                  <a:moveTo>
                    <a:pt x="209926" y="569798"/>
                  </a:moveTo>
                  <a:lnTo>
                    <a:pt x="144016" y="0"/>
                  </a:lnTo>
                  <a:lnTo>
                    <a:pt x="0" y="46084"/>
                  </a:lnTo>
                  <a:lnTo>
                    <a:pt x="65910" y="563469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4" name="Polygon 624"/>
            <p:cNvSpPr/>
            <p:nvPr/>
          </p:nvSpPr>
          <p:spPr>
            <a:xfrm>
              <a:off x="7235934" y="3921322"/>
              <a:ext cx="209926" cy="197809"/>
            </a:xfrm>
            <a:custGeom>
              <a:avLst/>
              <a:gdLst/>
              <a:ahLst/>
              <a:cxnLst/>
              <a:rect l="l" t="t" r="r" b="b"/>
              <a:pathLst>
                <a:path w="209926" h="197809">
                  <a:moveTo>
                    <a:pt x="209926" y="8573"/>
                  </a:moveTo>
                  <a:lnTo>
                    <a:pt x="144016" y="188232"/>
                  </a:lnTo>
                  <a:lnTo>
                    <a:pt x="0" y="19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5" name="Polygon 625"/>
            <p:cNvSpPr/>
            <p:nvPr/>
          </p:nvSpPr>
          <p:spPr>
            <a:xfrm>
              <a:off x="7026008" y="4043027"/>
              <a:ext cx="209926" cy="245606"/>
            </a:xfrm>
            <a:custGeom>
              <a:avLst/>
              <a:gdLst/>
              <a:ahLst/>
              <a:cxnLst/>
              <a:rect l="l" t="t" r="r" b="b"/>
              <a:pathLst>
                <a:path w="209926" h="245606">
                  <a:moveTo>
                    <a:pt x="209926" y="76103"/>
                  </a:moveTo>
                  <a:lnTo>
                    <a:pt x="144016" y="245606"/>
                  </a:lnTo>
                  <a:lnTo>
                    <a:pt x="0" y="15707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6" name="Polygon 626"/>
            <p:cNvSpPr/>
            <p:nvPr/>
          </p:nvSpPr>
          <p:spPr>
            <a:xfrm>
              <a:off x="3828328" y="3652438"/>
              <a:ext cx="209926" cy="109416"/>
            </a:xfrm>
            <a:custGeom>
              <a:avLst/>
              <a:gdLst/>
              <a:ahLst/>
              <a:cxnLst/>
              <a:rect l="l" t="t" r="r" b="b"/>
              <a:pathLst>
                <a:path w="209926" h="109416">
                  <a:moveTo>
                    <a:pt x="209926" y="34627"/>
                  </a:moveTo>
                  <a:lnTo>
                    <a:pt x="144016" y="109416"/>
                  </a:lnTo>
                  <a:lnTo>
                    <a:pt x="0" y="7695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7" name="Polygon 627"/>
            <p:cNvSpPr/>
            <p:nvPr/>
          </p:nvSpPr>
          <p:spPr>
            <a:xfrm>
              <a:off x="8009730" y="3640539"/>
              <a:ext cx="209926" cy="123076"/>
            </a:xfrm>
            <a:custGeom>
              <a:avLst/>
              <a:gdLst/>
              <a:ahLst/>
              <a:cxnLst/>
              <a:rect l="l" t="t" r="r" b="b"/>
              <a:pathLst>
                <a:path w="209926" h="123076">
                  <a:moveTo>
                    <a:pt x="209926" y="42241"/>
                  </a:moveTo>
                  <a:lnTo>
                    <a:pt x="144016" y="123076"/>
                  </a:lnTo>
                  <a:lnTo>
                    <a:pt x="0" y="853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8" name="Polygon 628"/>
            <p:cNvSpPr/>
            <p:nvPr/>
          </p:nvSpPr>
          <p:spPr>
            <a:xfrm>
              <a:off x="7655787" y="3646189"/>
              <a:ext cx="209926" cy="147474"/>
            </a:xfrm>
            <a:custGeom>
              <a:avLst/>
              <a:gdLst/>
              <a:ahLst/>
              <a:cxnLst/>
              <a:rect l="l" t="t" r="r" b="b"/>
              <a:pathLst>
                <a:path w="209926" h="147474">
                  <a:moveTo>
                    <a:pt x="209926" y="40577"/>
                  </a:moveTo>
                  <a:lnTo>
                    <a:pt x="144016" y="147474"/>
                  </a:lnTo>
                  <a:lnTo>
                    <a:pt x="0" y="1275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29" name="Polygon 629"/>
            <p:cNvSpPr/>
            <p:nvPr/>
          </p:nvSpPr>
          <p:spPr>
            <a:xfrm>
              <a:off x="5585845" y="2614321"/>
              <a:ext cx="209926" cy="559868"/>
            </a:xfrm>
            <a:custGeom>
              <a:avLst/>
              <a:gdLst/>
              <a:ahLst/>
              <a:cxnLst/>
              <a:rect l="l" t="t" r="r" b="b"/>
              <a:pathLst>
                <a:path w="209926" h="559868">
                  <a:moveTo>
                    <a:pt x="209926" y="140052"/>
                  </a:moveTo>
                  <a:lnTo>
                    <a:pt x="144016" y="0"/>
                  </a:lnTo>
                  <a:lnTo>
                    <a:pt x="0" y="559588"/>
                  </a:lnTo>
                  <a:lnTo>
                    <a:pt x="65910" y="559868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0" name="Polygon 630"/>
            <p:cNvSpPr/>
            <p:nvPr/>
          </p:nvSpPr>
          <p:spPr>
            <a:xfrm>
              <a:off x="3474385" y="3659617"/>
              <a:ext cx="209927" cy="113139"/>
            </a:xfrm>
            <a:custGeom>
              <a:avLst/>
              <a:gdLst/>
              <a:ahLst/>
              <a:cxnLst/>
              <a:rect l="l" t="t" r="r" b="b"/>
              <a:pathLst>
                <a:path w="209927" h="113139">
                  <a:moveTo>
                    <a:pt x="209927" y="35338"/>
                  </a:moveTo>
                  <a:lnTo>
                    <a:pt x="144017" y="113139"/>
                  </a:lnTo>
                  <a:lnTo>
                    <a:pt x="0" y="778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1" name="Polygon 631"/>
            <p:cNvSpPr/>
            <p:nvPr/>
          </p:nvSpPr>
          <p:spPr>
            <a:xfrm>
              <a:off x="4824246" y="3852761"/>
              <a:ext cx="209926" cy="48258"/>
            </a:xfrm>
            <a:custGeom>
              <a:avLst/>
              <a:gdLst/>
              <a:ahLst/>
              <a:cxnLst/>
              <a:rect l="l" t="t" r="r" b="b"/>
              <a:pathLst>
                <a:path w="209926" h="48258">
                  <a:moveTo>
                    <a:pt x="209926" y="48258"/>
                  </a:moveTo>
                  <a:lnTo>
                    <a:pt x="144016" y="26926"/>
                  </a:lnTo>
                  <a:lnTo>
                    <a:pt x="0" y="0"/>
                  </a:lnTo>
                  <a:lnTo>
                    <a:pt x="65910" y="36875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2" name="Polygon 632"/>
            <p:cNvSpPr/>
            <p:nvPr/>
          </p:nvSpPr>
          <p:spPr>
            <a:xfrm>
              <a:off x="6803886" y="3459080"/>
              <a:ext cx="209926" cy="370705"/>
            </a:xfrm>
            <a:custGeom>
              <a:avLst/>
              <a:gdLst/>
              <a:ahLst/>
              <a:cxnLst/>
              <a:rect l="l" t="t" r="r" b="b"/>
              <a:pathLst>
                <a:path w="209926" h="370705">
                  <a:moveTo>
                    <a:pt x="209926" y="260504"/>
                  </a:moveTo>
                  <a:lnTo>
                    <a:pt x="144016" y="370705"/>
                  </a:lnTo>
                  <a:lnTo>
                    <a:pt x="0" y="0"/>
                  </a:lnTo>
                  <a:lnTo>
                    <a:pt x="65910" y="24388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3" name="Polygon 633"/>
            <p:cNvSpPr/>
            <p:nvPr/>
          </p:nvSpPr>
          <p:spPr>
            <a:xfrm>
              <a:off x="7445860" y="3754741"/>
              <a:ext cx="209927" cy="175153"/>
            </a:xfrm>
            <a:custGeom>
              <a:avLst/>
              <a:gdLst/>
              <a:ahLst/>
              <a:cxnLst/>
              <a:rect l="l" t="t" r="r" b="b"/>
              <a:pathLst>
                <a:path w="209927" h="175153">
                  <a:moveTo>
                    <a:pt x="209927" y="18980"/>
                  </a:moveTo>
                  <a:lnTo>
                    <a:pt x="144017" y="164367"/>
                  </a:lnTo>
                  <a:lnTo>
                    <a:pt x="0" y="1751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4" name="Polygon 634"/>
            <p:cNvSpPr/>
            <p:nvPr/>
          </p:nvSpPr>
          <p:spPr>
            <a:xfrm>
              <a:off x="3120442" y="3666119"/>
              <a:ext cx="209926" cy="113482"/>
            </a:xfrm>
            <a:custGeom>
              <a:avLst/>
              <a:gdLst/>
              <a:ahLst/>
              <a:cxnLst/>
              <a:rect l="l" t="t" r="r" b="b"/>
              <a:pathLst>
                <a:path w="209926" h="113482">
                  <a:moveTo>
                    <a:pt x="209926" y="35700"/>
                  </a:moveTo>
                  <a:lnTo>
                    <a:pt x="144016" y="113482"/>
                  </a:lnTo>
                  <a:lnTo>
                    <a:pt x="0" y="777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5" name="Polygon 635"/>
            <p:cNvSpPr/>
            <p:nvPr/>
          </p:nvSpPr>
          <p:spPr>
            <a:xfrm>
              <a:off x="5244098" y="3329533"/>
              <a:ext cx="209926" cy="455387"/>
            </a:xfrm>
            <a:custGeom>
              <a:avLst/>
              <a:gdLst/>
              <a:ahLst/>
              <a:cxnLst/>
              <a:rect l="l" t="t" r="r" b="b"/>
              <a:pathLst>
                <a:path w="209926" h="455387">
                  <a:moveTo>
                    <a:pt x="209926" y="0"/>
                  </a:moveTo>
                  <a:lnTo>
                    <a:pt x="144016" y="155905"/>
                  </a:lnTo>
                  <a:lnTo>
                    <a:pt x="0" y="455387"/>
                  </a:lnTo>
                  <a:lnTo>
                    <a:pt x="65910" y="402323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6" name="Polygon 636"/>
            <p:cNvSpPr/>
            <p:nvPr/>
          </p:nvSpPr>
          <p:spPr>
            <a:xfrm>
              <a:off x="6881992" y="3829785"/>
              <a:ext cx="209926" cy="370318"/>
            </a:xfrm>
            <a:custGeom>
              <a:avLst/>
              <a:gdLst/>
              <a:ahLst/>
              <a:cxnLst/>
              <a:rect l="l" t="t" r="r" b="b"/>
              <a:pathLst>
                <a:path w="209926" h="370318">
                  <a:moveTo>
                    <a:pt x="209926" y="213242"/>
                  </a:moveTo>
                  <a:lnTo>
                    <a:pt x="144016" y="370318"/>
                  </a:lnTo>
                  <a:lnTo>
                    <a:pt x="0" y="1025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7" name="Polygon 637"/>
            <p:cNvSpPr/>
            <p:nvPr/>
          </p:nvSpPr>
          <p:spPr>
            <a:xfrm>
              <a:off x="8861631" y="3674168"/>
              <a:ext cx="209926" cy="113366"/>
            </a:xfrm>
            <a:custGeom>
              <a:avLst/>
              <a:gdLst/>
              <a:ahLst/>
              <a:cxnLst/>
              <a:rect l="l" t="t" r="r" b="b"/>
              <a:pathLst>
                <a:path w="209926" h="113366">
                  <a:moveTo>
                    <a:pt x="209926" y="35537"/>
                  </a:moveTo>
                  <a:lnTo>
                    <a:pt x="144016" y="113366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8" name="Polygon 638"/>
            <p:cNvSpPr/>
            <p:nvPr/>
          </p:nvSpPr>
          <p:spPr>
            <a:xfrm>
              <a:off x="4326286" y="3703933"/>
              <a:ext cx="209926" cy="79374"/>
            </a:xfrm>
            <a:custGeom>
              <a:avLst/>
              <a:gdLst/>
              <a:ahLst/>
              <a:cxnLst/>
              <a:rect l="l" t="t" r="r" b="b"/>
              <a:pathLst>
                <a:path w="209926" h="79374">
                  <a:moveTo>
                    <a:pt x="209926" y="51282"/>
                  </a:moveTo>
                  <a:lnTo>
                    <a:pt x="144016" y="79374"/>
                  </a:lnTo>
                  <a:lnTo>
                    <a:pt x="0" y="487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39" name="Polygon 639"/>
            <p:cNvSpPr/>
            <p:nvPr/>
          </p:nvSpPr>
          <p:spPr>
            <a:xfrm>
              <a:off x="6437747" y="2601142"/>
              <a:ext cx="209926" cy="631090"/>
            </a:xfrm>
            <a:custGeom>
              <a:avLst/>
              <a:gdLst/>
              <a:ahLst/>
              <a:cxnLst/>
              <a:rect l="l" t="t" r="r" b="b"/>
              <a:pathLst>
                <a:path w="209926" h="631090">
                  <a:moveTo>
                    <a:pt x="209926" y="631090"/>
                  </a:moveTo>
                  <a:lnTo>
                    <a:pt x="144016" y="253475"/>
                  </a:lnTo>
                  <a:lnTo>
                    <a:pt x="0" y="0"/>
                  </a:lnTo>
                  <a:lnTo>
                    <a:pt x="65910" y="517387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0" name="Polygon 640"/>
            <p:cNvSpPr/>
            <p:nvPr/>
          </p:nvSpPr>
          <p:spPr>
            <a:xfrm>
              <a:off x="8507688" y="3680503"/>
              <a:ext cx="209927" cy="113708"/>
            </a:xfrm>
            <a:custGeom>
              <a:avLst/>
              <a:gdLst/>
              <a:ahLst/>
              <a:cxnLst/>
              <a:rect l="l" t="t" r="r" b="b"/>
              <a:pathLst>
                <a:path w="209927" h="113708">
                  <a:moveTo>
                    <a:pt x="209927" y="35927"/>
                  </a:moveTo>
                  <a:lnTo>
                    <a:pt x="144017" y="113708"/>
                  </a:lnTo>
                  <a:lnTo>
                    <a:pt x="0" y="778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1" name="Polygon 641"/>
            <p:cNvSpPr/>
            <p:nvPr/>
          </p:nvSpPr>
          <p:spPr>
            <a:xfrm>
              <a:off x="6293730" y="2483836"/>
              <a:ext cx="209926" cy="634693"/>
            </a:xfrm>
            <a:custGeom>
              <a:avLst/>
              <a:gdLst/>
              <a:ahLst/>
              <a:cxnLst/>
              <a:rect l="l" t="t" r="r" b="b"/>
              <a:pathLst>
                <a:path w="209926" h="634693">
                  <a:moveTo>
                    <a:pt x="209926" y="634693"/>
                  </a:moveTo>
                  <a:lnTo>
                    <a:pt x="144016" y="117306"/>
                  </a:lnTo>
                  <a:lnTo>
                    <a:pt x="0" y="0"/>
                  </a:lnTo>
                  <a:lnTo>
                    <a:pt x="65910" y="569798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2" name="Polygon 642"/>
            <p:cNvSpPr/>
            <p:nvPr/>
          </p:nvSpPr>
          <p:spPr>
            <a:xfrm>
              <a:off x="8153746" y="3682779"/>
              <a:ext cx="209926" cy="117432"/>
            </a:xfrm>
            <a:custGeom>
              <a:avLst/>
              <a:gdLst/>
              <a:ahLst/>
              <a:cxnLst/>
              <a:rect l="l" t="t" r="r" b="b"/>
              <a:pathLst>
                <a:path w="209926" h="117432">
                  <a:moveTo>
                    <a:pt x="209926" y="38765"/>
                  </a:moveTo>
                  <a:lnTo>
                    <a:pt x="144016" y="117432"/>
                  </a:lnTo>
                  <a:lnTo>
                    <a:pt x="0" y="808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3" name="Polygon 643"/>
            <p:cNvSpPr/>
            <p:nvPr/>
          </p:nvSpPr>
          <p:spPr>
            <a:xfrm>
              <a:off x="7170024" y="4109554"/>
              <a:ext cx="209926" cy="179080"/>
            </a:xfrm>
            <a:custGeom>
              <a:avLst/>
              <a:gdLst/>
              <a:ahLst/>
              <a:cxnLst/>
              <a:rect l="l" t="t" r="r" b="b"/>
              <a:pathLst>
                <a:path w="209926" h="179080">
                  <a:moveTo>
                    <a:pt x="209926" y="0"/>
                  </a:moveTo>
                  <a:lnTo>
                    <a:pt x="144016" y="155635"/>
                  </a:lnTo>
                  <a:lnTo>
                    <a:pt x="0" y="179080"/>
                  </a:lnTo>
                  <a:lnTo>
                    <a:pt x="65910" y="9576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4" name="Polygon 644"/>
            <p:cNvSpPr/>
            <p:nvPr/>
          </p:nvSpPr>
          <p:spPr>
            <a:xfrm>
              <a:off x="3972344" y="3687066"/>
              <a:ext cx="209926" cy="103770"/>
            </a:xfrm>
            <a:custGeom>
              <a:avLst/>
              <a:gdLst/>
              <a:ahLst/>
              <a:cxnLst/>
              <a:rect l="l" t="t" r="r" b="b"/>
              <a:pathLst>
                <a:path w="209926" h="103770">
                  <a:moveTo>
                    <a:pt x="209926" y="33541"/>
                  </a:moveTo>
                  <a:lnTo>
                    <a:pt x="144016" y="103770"/>
                  </a:lnTo>
                  <a:lnTo>
                    <a:pt x="0" y="747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5" name="Polygon 645"/>
            <p:cNvSpPr/>
            <p:nvPr/>
          </p:nvSpPr>
          <p:spPr>
            <a:xfrm>
              <a:off x="7799803" y="3686767"/>
              <a:ext cx="209926" cy="131286"/>
            </a:xfrm>
            <a:custGeom>
              <a:avLst/>
              <a:gdLst/>
              <a:ahLst/>
              <a:cxnLst/>
              <a:rect l="l" t="t" r="r" b="b"/>
              <a:pathLst>
                <a:path w="209926" h="131286">
                  <a:moveTo>
                    <a:pt x="209926" y="39168"/>
                  </a:moveTo>
                  <a:lnTo>
                    <a:pt x="144016" y="131286"/>
                  </a:lnTo>
                  <a:lnTo>
                    <a:pt x="0" y="1068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6" name="Polygon 646"/>
            <p:cNvSpPr/>
            <p:nvPr/>
          </p:nvSpPr>
          <p:spPr>
            <a:xfrm>
              <a:off x="3618402" y="3694955"/>
              <a:ext cx="209926" cy="112058"/>
            </a:xfrm>
            <a:custGeom>
              <a:avLst/>
              <a:gdLst/>
              <a:ahLst/>
              <a:cxnLst/>
              <a:rect l="l" t="t" r="r" b="b"/>
              <a:pathLst>
                <a:path w="209926" h="112058">
                  <a:moveTo>
                    <a:pt x="209926" y="34440"/>
                  </a:moveTo>
                  <a:lnTo>
                    <a:pt x="144016" y="112058"/>
                  </a:lnTo>
                  <a:lnTo>
                    <a:pt x="0" y="778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7" name="Polygon 647"/>
            <p:cNvSpPr/>
            <p:nvPr/>
          </p:nvSpPr>
          <p:spPr>
            <a:xfrm>
              <a:off x="5795771" y="2313475"/>
              <a:ext cx="209927" cy="648207"/>
            </a:xfrm>
            <a:custGeom>
              <a:avLst/>
              <a:gdLst/>
              <a:ahLst/>
              <a:cxnLst/>
              <a:rect l="l" t="t" r="r" b="b"/>
              <a:pathLst>
                <a:path w="209927" h="648207">
                  <a:moveTo>
                    <a:pt x="209927" y="398697"/>
                  </a:moveTo>
                  <a:lnTo>
                    <a:pt x="144017" y="0"/>
                  </a:lnTo>
                  <a:lnTo>
                    <a:pt x="0" y="440898"/>
                  </a:lnTo>
                  <a:lnTo>
                    <a:pt x="65910" y="648207"/>
                  </a:lnTo>
                  <a:close/>
                </a:path>
              </a:pathLst>
            </a:custGeom>
            <a:solidFill>
              <a:srgbClr val="B3318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8" name="Polygon 648"/>
            <p:cNvSpPr/>
            <p:nvPr/>
          </p:nvSpPr>
          <p:spPr>
            <a:xfrm>
              <a:off x="3264458" y="3701819"/>
              <a:ext cx="209926" cy="113419"/>
            </a:xfrm>
            <a:custGeom>
              <a:avLst/>
              <a:gdLst/>
              <a:ahLst/>
              <a:cxnLst/>
              <a:rect l="l" t="t" r="r" b="b"/>
              <a:pathLst>
                <a:path w="209926" h="113419">
                  <a:moveTo>
                    <a:pt x="209926" y="35643"/>
                  </a:moveTo>
                  <a:lnTo>
                    <a:pt x="144016" y="113419"/>
                  </a:lnTo>
                  <a:lnTo>
                    <a:pt x="0" y="777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49" name="Polygon 649"/>
            <p:cNvSpPr/>
            <p:nvPr/>
          </p:nvSpPr>
          <p:spPr>
            <a:xfrm>
              <a:off x="6960098" y="4200103"/>
              <a:ext cx="209926" cy="200725"/>
            </a:xfrm>
            <a:custGeom>
              <a:avLst/>
              <a:gdLst/>
              <a:ahLst/>
              <a:cxnLst/>
              <a:rect l="l" t="t" r="r" b="b"/>
              <a:pathLst>
                <a:path w="209926" h="200725">
                  <a:moveTo>
                    <a:pt x="209926" y="88530"/>
                  </a:moveTo>
                  <a:lnTo>
                    <a:pt x="144016" y="200725"/>
                  </a:lnTo>
                  <a:lnTo>
                    <a:pt x="0" y="1075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0" name="Polygon 650"/>
            <p:cNvSpPr/>
            <p:nvPr/>
          </p:nvSpPr>
          <p:spPr>
            <a:xfrm>
              <a:off x="7379950" y="3919108"/>
              <a:ext cx="209927" cy="190446"/>
            </a:xfrm>
            <a:custGeom>
              <a:avLst/>
              <a:gdLst/>
              <a:ahLst/>
              <a:cxnLst/>
              <a:rect l="l" t="t" r="r" b="b"/>
              <a:pathLst>
                <a:path w="209927" h="190446">
                  <a:moveTo>
                    <a:pt x="209927" y="0"/>
                  </a:moveTo>
                  <a:lnTo>
                    <a:pt x="144017" y="148515"/>
                  </a:lnTo>
                  <a:lnTo>
                    <a:pt x="0" y="190446"/>
                  </a:lnTo>
                  <a:lnTo>
                    <a:pt x="65910" y="10786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1" name="Polygon 651"/>
            <p:cNvSpPr/>
            <p:nvPr/>
          </p:nvSpPr>
          <p:spPr>
            <a:xfrm>
              <a:off x="2910516" y="3708249"/>
              <a:ext cx="209926" cy="113448"/>
            </a:xfrm>
            <a:custGeom>
              <a:avLst/>
              <a:gdLst/>
              <a:ahLst/>
              <a:cxnLst/>
              <a:rect l="l" t="t" r="r" b="b"/>
              <a:pathLst>
                <a:path w="209926" h="113448">
                  <a:moveTo>
                    <a:pt x="209926" y="35664"/>
                  </a:moveTo>
                  <a:lnTo>
                    <a:pt x="144016" y="113448"/>
                  </a:lnTo>
                  <a:lnTo>
                    <a:pt x="0" y="7779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2" name="Polygon 652"/>
            <p:cNvSpPr/>
            <p:nvPr/>
          </p:nvSpPr>
          <p:spPr>
            <a:xfrm>
              <a:off x="9005647" y="3709705"/>
              <a:ext cx="209926" cy="113378"/>
            </a:xfrm>
            <a:custGeom>
              <a:avLst/>
              <a:gdLst/>
              <a:ahLst/>
              <a:cxnLst/>
              <a:rect l="l" t="t" r="r" b="b"/>
              <a:pathLst>
                <a:path w="209926" h="113378">
                  <a:moveTo>
                    <a:pt x="209926" y="35558"/>
                  </a:moveTo>
                  <a:lnTo>
                    <a:pt x="144016" y="113378"/>
                  </a:lnTo>
                  <a:lnTo>
                    <a:pt x="0" y="778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3" name="Polygon 653"/>
            <p:cNvSpPr/>
            <p:nvPr/>
          </p:nvSpPr>
          <p:spPr>
            <a:xfrm>
              <a:off x="4470303" y="3755215"/>
              <a:ext cx="209927" cy="58433"/>
            </a:xfrm>
            <a:custGeom>
              <a:avLst/>
              <a:gdLst/>
              <a:ahLst/>
              <a:cxnLst/>
              <a:rect l="l" t="t" r="r" b="b"/>
              <a:pathLst>
                <a:path w="209927" h="58433">
                  <a:moveTo>
                    <a:pt x="209927" y="52242"/>
                  </a:moveTo>
                  <a:lnTo>
                    <a:pt x="144017" y="58433"/>
                  </a:lnTo>
                  <a:lnTo>
                    <a:pt x="0" y="280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4" name="Polygon 654"/>
            <p:cNvSpPr/>
            <p:nvPr/>
          </p:nvSpPr>
          <p:spPr>
            <a:xfrm>
              <a:off x="7589877" y="3773721"/>
              <a:ext cx="209926" cy="145387"/>
            </a:xfrm>
            <a:custGeom>
              <a:avLst/>
              <a:gdLst/>
              <a:ahLst/>
              <a:cxnLst/>
              <a:rect l="l" t="t" r="r" b="b"/>
              <a:pathLst>
                <a:path w="209926" h="145387">
                  <a:moveTo>
                    <a:pt x="209926" y="19942"/>
                  </a:moveTo>
                  <a:lnTo>
                    <a:pt x="144016" y="137282"/>
                  </a:lnTo>
                  <a:lnTo>
                    <a:pt x="0" y="14538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5" name="Polygon 655"/>
            <p:cNvSpPr/>
            <p:nvPr/>
          </p:nvSpPr>
          <p:spPr>
            <a:xfrm>
              <a:off x="8651705" y="3716430"/>
              <a:ext cx="209926" cy="113366"/>
            </a:xfrm>
            <a:custGeom>
              <a:avLst/>
              <a:gdLst/>
              <a:ahLst/>
              <a:cxnLst/>
              <a:rect l="l" t="t" r="r" b="b"/>
              <a:pathLst>
                <a:path w="209926" h="113366">
                  <a:moveTo>
                    <a:pt x="209926" y="35581"/>
                  </a:moveTo>
                  <a:lnTo>
                    <a:pt x="144016" y="113366"/>
                  </a:lnTo>
                  <a:lnTo>
                    <a:pt x="0" y="777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6" name="Polygon 656"/>
            <p:cNvSpPr/>
            <p:nvPr/>
          </p:nvSpPr>
          <p:spPr>
            <a:xfrm>
              <a:off x="4968262" y="3830344"/>
              <a:ext cx="209926" cy="70675"/>
            </a:xfrm>
            <a:custGeom>
              <a:avLst/>
              <a:gdLst/>
              <a:ahLst/>
              <a:cxnLst/>
              <a:rect l="l" t="t" r="r" b="b"/>
              <a:pathLst>
                <a:path w="209926" h="70675">
                  <a:moveTo>
                    <a:pt x="209926" y="0"/>
                  </a:moveTo>
                  <a:lnTo>
                    <a:pt x="144016" y="46856"/>
                  </a:lnTo>
                  <a:lnTo>
                    <a:pt x="0" y="49342"/>
                  </a:lnTo>
                  <a:lnTo>
                    <a:pt x="65910" y="70675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7" name="Polygon 657"/>
            <p:cNvSpPr/>
            <p:nvPr/>
          </p:nvSpPr>
          <p:spPr>
            <a:xfrm>
              <a:off x="8297762" y="3721544"/>
              <a:ext cx="209926" cy="114644"/>
            </a:xfrm>
            <a:custGeom>
              <a:avLst/>
              <a:gdLst/>
              <a:ahLst/>
              <a:cxnLst/>
              <a:rect l="l" t="t" r="r" b="b"/>
              <a:pathLst>
                <a:path w="209926" h="114644">
                  <a:moveTo>
                    <a:pt x="209926" y="36782"/>
                  </a:moveTo>
                  <a:lnTo>
                    <a:pt x="144016" y="114644"/>
                  </a:lnTo>
                  <a:lnTo>
                    <a:pt x="0" y="786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8" name="Polygon 658"/>
            <p:cNvSpPr/>
            <p:nvPr/>
          </p:nvSpPr>
          <p:spPr>
            <a:xfrm>
              <a:off x="7943820" y="3725934"/>
              <a:ext cx="209926" cy="121198"/>
            </a:xfrm>
            <a:custGeom>
              <a:avLst/>
              <a:gdLst/>
              <a:ahLst/>
              <a:cxnLst/>
              <a:rect l="l" t="t" r="r" b="b"/>
              <a:pathLst>
                <a:path w="209926" h="121198">
                  <a:moveTo>
                    <a:pt x="209926" y="37681"/>
                  </a:moveTo>
                  <a:lnTo>
                    <a:pt x="144016" y="121198"/>
                  </a:lnTo>
                  <a:lnTo>
                    <a:pt x="0" y="921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59" name="Polygon 659"/>
            <p:cNvSpPr/>
            <p:nvPr/>
          </p:nvSpPr>
          <p:spPr>
            <a:xfrm>
              <a:off x="4116360" y="3720607"/>
              <a:ext cx="209926" cy="94450"/>
            </a:xfrm>
            <a:custGeom>
              <a:avLst/>
              <a:gdLst/>
              <a:ahLst/>
              <a:cxnLst/>
              <a:rect l="l" t="t" r="r" b="b"/>
              <a:pathLst>
                <a:path w="209926" h="94450">
                  <a:moveTo>
                    <a:pt x="209926" y="32054"/>
                  </a:moveTo>
                  <a:lnTo>
                    <a:pt x="144016" y="94450"/>
                  </a:lnTo>
                  <a:lnTo>
                    <a:pt x="0" y="702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0" name="Polygon 660"/>
            <p:cNvSpPr/>
            <p:nvPr/>
          </p:nvSpPr>
          <p:spPr>
            <a:xfrm>
              <a:off x="6816081" y="3932346"/>
              <a:ext cx="209926" cy="375292"/>
            </a:xfrm>
            <a:custGeom>
              <a:avLst/>
              <a:gdLst/>
              <a:ahLst/>
              <a:cxnLst/>
              <a:rect l="l" t="t" r="r" b="b"/>
              <a:pathLst>
                <a:path w="209926" h="375292">
                  <a:moveTo>
                    <a:pt x="209926" y="267757"/>
                  </a:moveTo>
                  <a:lnTo>
                    <a:pt x="144016" y="375292"/>
                  </a:lnTo>
                  <a:lnTo>
                    <a:pt x="0" y="870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1" name="Polygon 661"/>
            <p:cNvSpPr/>
            <p:nvPr/>
          </p:nvSpPr>
          <p:spPr>
            <a:xfrm>
              <a:off x="3762418" y="3729396"/>
              <a:ext cx="209926" cy="109581"/>
            </a:xfrm>
            <a:custGeom>
              <a:avLst/>
              <a:gdLst/>
              <a:ahLst/>
              <a:cxnLst/>
              <a:rect l="l" t="t" r="r" b="b"/>
              <a:pathLst>
                <a:path w="209926" h="109581">
                  <a:moveTo>
                    <a:pt x="209926" y="32458"/>
                  </a:moveTo>
                  <a:lnTo>
                    <a:pt x="144016" y="109581"/>
                  </a:lnTo>
                  <a:lnTo>
                    <a:pt x="0" y="776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2" name="Polygon 662"/>
            <p:cNvSpPr/>
            <p:nvPr/>
          </p:nvSpPr>
          <p:spPr>
            <a:xfrm>
              <a:off x="5178188" y="3485438"/>
              <a:ext cx="209926" cy="344906"/>
            </a:xfrm>
            <a:custGeom>
              <a:avLst/>
              <a:gdLst/>
              <a:ahLst/>
              <a:cxnLst/>
              <a:rect l="l" t="t" r="r" b="b"/>
              <a:pathLst>
                <a:path w="209926" h="344906">
                  <a:moveTo>
                    <a:pt x="209926" y="0"/>
                  </a:moveTo>
                  <a:lnTo>
                    <a:pt x="144016" y="180012"/>
                  </a:lnTo>
                  <a:lnTo>
                    <a:pt x="0" y="344906"/>
                  </a:lnTo>
                  <a:lnTo>
                    <a:pt x="65910" y="299482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3" name="Polygon 663"/>
            <p:cNvSpPr/>
            <p:nvPr/>
          </p:nvSpPr>
          <p:spPr>
            <a:xfrm>
              <a:off x="3408475" y="3737461"/>
              <a:ext cx="209927" cy="113120"/>
            </a:xfrm>
            <a:custGeom>
              <a:avLst/>
              <a:gdLst/>
              <a:ahLst/>
              <a:cxnLst/>
              <a:rect l="l" t="t" r="r" b="b"/>
              <a:pathLst>
                <a:path w="209927" h="113120">
                  <a:moveTo>
                    <a:pt x="209927" y="35295"/>
                  </a:moveTo>
                  <a:lnTo>
                    <a:pt x="144017" y="113120"/>
                  </a:lnTo>
                  <a:lnTo>
                    <a:pt x="0" y="7777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4" name="Polygon 664"/>
            <p:cNvSpPr/>
            <p:nvPr/>
          </p:nvSpPr>
          <p:spPr>
            <a:xfrm>
              <a:off x="7104114" y="4265188"/>
              <a:ext cx="209926" cy="135640"/>
            </a:xfrm>
            <a:custGeom>
              <a:avLst/>
              <a:gdLst/>
              <a:ahLst/>
              <a:cxnLst/>
              <a:rect l="l" t="t" r="r" b="b"/>
              <a:pathLst>
                <a:path w="209926" h="135640">
                  <a:moveTo>
                    <a:pt x="209926" y="0"/>
                  </a:moveTo>
                  <a:lnTo>
                    <a:pt x="144016" y="106994"/>
                  </a:lnTo>
                  <a:lnTo>
                    <a:pt x="0" y="135640"/>
                  </a:lnTo>
                  <a:lnTo>
                    <a:pt x="65910" y="23445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5" name="Polygon 665"/>
            <p:cNvSpPr/>
            <p:nvPr/>
          </p:nvSpPr>
          <p:spPr>
            <a:xfrm>
              <a:off x="3054532" y="3743914"/>
              <a:ext cx="209926" cy="113447"/>
            </a:xfrm>
            <a:custGeom>
              <a:avLst/>
              <a:gdLst/>
              <a:ahLst/>
              <a:cxnLst/>
              <a:rect l="l" t="t" r="r" b="b"/>
              <a:pathLst>
                <a:path w="209926" h="113447">
                  <a:moveTo>
                    <a:pt x="209926" y="35687"/>
                  </a:moveTo>
                  <a:lnTo>
                    <a:pt x="144016" y="113447"/>
                  </a:lnTo>
                  <a:lnTo>
                    <a:pt x="0" y="777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6" name="Polygon 666"/>
            <p:cNvSpPr/>
            <p:nvPr/>
          </p:nvSpPr>
          <p:spPr>
            <a:xfrm>
              <a:off x="4614320" y="3807457"/>
              <a:ext cx="209926" cy="45304"/>
            </a:xfrm>
            <a:custGeom>
              <a:avLst/>
              <a:gdLst/>
              <a:ahLst/>
              <a:cxnLst/>
              <a:rect l="l" t="t" r="r" b="b"/>
              <a:pathLst>
                <a:path w="209926" h="45304">
                  <a:moveTo>
                    <a:pt x="209926" y="45304"/>
                  </a:moveTo>
                  <a:lnTo>
                    <a:pt x="144016" y="38732"/>
                  </a:lnTo>
                  <a:lnTo>
                    <a:pt x="0" y="61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7" name="Polygon 667"/>
            <p:cNvSpPr/>
            <p:nvPr/>
          </p:nvSpPr>
          <p:spPr>
            <a:xfrm>
              <a:off x="8795721" y="3752011"/>
              <a:ext cx="209926" cy="113320"/>
            </a:xfrm>
            <a:custGeom>
              <a:avLst/>
              <a:gdLst/>
              <a:ahLst/>
              <a:cxnLst/>
              <a:rect l="l" t="t" r="r" b="b"/>
              <a:pathLst>
                <a:path w="209926" h="113320">
                  <a:moveTo>
                    <a:pt x="209926" y="35523"/>
                  </a:moveTo>
                  <a:lnTo>
                    <a:pt x="144016" y="113320"/>
                  </a:lnTo>
                  <a:lnTo>
                    <a:pt x="0" y="777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8" name="Polygon 668"/>
            <p:cNvSpPr/>
            <p:nvPr/>
          </p:nvSpPr>
          <p:spPr>
            <a:xfrm>
              <a:off x="7314040" y="4067623"/>
              <a:ext cx="209927" cy="197566"/>
            </a:xfrm>
            <a:custGeom>
              <a:avLst/>
              <a:gdLst/>
              <a:ahLst/>
              <a:cxnLst/>
              <a:rect l="l" t="t" r="r" b="b"/>
              <a:pathLst>
                <a:path w="209927" h="197566">
                  <a:moveTo>
                    <a:pt x="209927" y="0"/>
                  </a:moveTo>
                  <a:lnTo>
                    <a:pt x="144017" y="131837"/>
                  </a:lnTo>
                  <a:lnTo>
                    <a:pt x="0" y="197566"/>
                  </a:lnTo>
                  <a:lnTo>
                    <a:pt x="65910" y="41931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69" name="Polygon 669"/>
            <p:cNvSpPr/>
            <p:nvPr/>
          </p:nvSpPr>
          <p:spPr>
            <a:xfrm>
              <a:off x="6737975" y="3458800"/>
              <a:ext cx="209926" cy="473546"/>
            </a:xfrm>
            <a:custGeom>
              <a:avLst/>
              <a:gdLst/>
              <a:ahLst/>
              <a:cxnLst/>
              <a:rect l="l" t="t" r="r" b="b"/>
              <a:pathLst>
                <a:path w="209926" h="473546">
                  <a:moveTo>
                    <a:pt x="209926" y="370985"/>
                  </a:moveTo>
                  <a:lnTo>
                    <a:pt x="144016" y="473546"/>
                  </a:lnTo>
                  <a:lnTo>
                    <a:pt x="0" y="0"/>
                  </a:lnTo>
                  <a:lnTo>
                    <a:pt x="65910" y="280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0" name="Polygon 670"/>
            <p:cNvSpPr/>
            <p:nvPr/>
          </p:nvSpPr>
          <p:spPr>
            <a:xfrm>
              <a:off x="8441778" y="3758326"/>
              <a:ext cx="209927" cy="113559"/>
            </a:xfrm>
            <a:custGeom>
              <a:avLst/>
              <a:gdLst/>
              <a:ahLst/>
              <a:cxnLst/>
              <a:rect l="l" t="t" r="r" b="b"/>
              <a:pathLst>
                <a:path w="209927" h="113559">
                  <a:moveTo>
                    <a:pt x="209927" y="35885"/>
                  </a:moveTo>
                  <a:lnTo>
                    <a:pt x="144017" y="113559"/>
                  </a:lnTo>
                  <a:lnTo>
                    <a:pt x="0" y="7786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1" name="Polygon 671"/>
            <p:cNvSpPr/>
            <p:nvPr/>
          </p:nvSpPr>
          <p:spPr>
            <a:xfrm>
              <a:off x="7733893" y="3793663"/>
              <a:ext cx="209926" cy="121645"/>
            </a:xfrm>
            <a:custGeom>
              <a:avLst/>
              <a:gdLst/>
              <a:ahLst/>
              <a:cxnLst/>
              <a:rect l="l" t="t" r="r" b="b"/>
              <a:pathLst>
                <a:path w="209926" h="121645">
                  <a:moveTo>
                    <a:pt x="209926" y="24390"/>
                  </a:moveTo>
                  <a:lnTo>
                    <a:pt x="144016" y="121645"/>
                  </a:lnTo>
                  <a:lnTo>
                    <a:pt x="0" y="1173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2" name="Polygon 672"/>
            <p:cNvSpPr/>
            <p:nvPr/>
          </p:nvSpPr>
          <p:spPr>
            <a:xfrm>
              <a:off x="6659870" y="2968041"/>
              <a:ext cx="209926" cy="515426"/>
            </a:xfrm>
            <a:custGeom>
              <a:avLst/>
              <a:gdLst/>
              <a:ahLst/>
              <a:cxnLst/>
              <a:rect l="l" t="t" r="r" b="b"/>
              <a:pathLst>
                <a:path w="209926" h="515426">
                  <a:moveTo>
                    <a:pt x="209926" y="515426"/>
                  </a:moveTo>
                  <a:lnTo>
                    <a:pt x="144016" y="491039"/>
                  </a:lnTo>
                  <a:lnTo>
                    <a:pt x="0" y="0"/>
                  </a:lnTo>
                  <a:lnTo>
                    <a:pt x="65910" y="207309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3" name="Polygon 673"/>
            <p:cNvSpPr/>
            <p:nvPr/>
          </p:nvSpPr>
          <p:spPr>
            <a:xfrm>
              <a:off x="8087836" y="3763615"/>
              <a:ext cx="209926" cy="116021"/>
            </a:xfrm>
            <a:custGeom>
              <a:avLst/>
              <a:gdLst/>
              <a:ahLst/>
              <a:cxnLst/>
              <a:rect l="l" t="t" r="r" b="b"/>
              <a:pathLst>
                <a:path w="209926" h="116021">
                  <a:moveTo>
                    <a:pt x="209926" y="36596"/>
                  </a:moveTo>
                  <a:lnTo>
                    <a:pt x="144016" y="116021"/>
                  </a:lnTo>
                  <a:lnTo>
                    <a:pt x="0" y="835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4" name="Polygon 674"/>
            <p:cNvSpPr/>
            <p:nvPr/>
          </p:nvSpPr>
          <p:spPr>
            <a:xfrm>
              <a:off x="7523967" y="3911003"/>
              <a:ext cx="209926" cy="156620"/>
            </a:xfrm>
            <a:custGeom>
              <a:avLst/>
              <a:gdLst/>
              <a:ahLst/>
              <a:cxnLst/>
              <a:rect l="l" t="t" r="r" b="b"/>
              <a:pathLst>
                <a:path w="209926" h="156620">
                  <a:moveTo>
                    <a:pt x="209926" y="0"/>
                  </a:moveTo>
                  <a:lnTo>
                    <a:pt x="144016" y="119171"/>
                  </a:lnTo>
                  <a:lnTo>
                    <a:pt x="0" y="156620"/>
                  </a:lnTo>
                  <a:lnTo>
                    <a:pt x="65910" y="8105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5" name="Polygon 675"/>
            <p:cNvSpPr/>
            <p:nvPr/>
          </p:nvSpPr>
          <p:spPr>
            <a:xfrm>
              <a:off x="4260376" y="3752661"/>
              <a:ext cx="209926" cy="82102"/>
            </a:xfrm>
            <a:custGeom>
              <a:avLst/>
              <a:gdLst/>
              <a:ahLst/>
              <a:cxnLst/>
              <a:rect l="l" t="t" r="r" b="b"/>
              <a:pathLst>
                <a:path w="209926" h="82102">
                  <a:moveTo>
                    <a:pt x="209926" y="30646"/>
                  </a:moveTo>
                  <a:lnTo>
                    <a:pt x="144016" y="82102"/>
                  </a:lnTo>
                  <a:lnTo>
                    <a:pt x="0" y="623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6" name="Polygon 676"/>
            <p:cNvSpPr/>
            <p:nvPr/>
          </p:nvSpPr>
          <p:spPr>
            <a:xfrm>
              <a:off x="3906434" y="3761854"/>
              <a:ext cx="209926" cy="105066"/>
            </a:xfrm>
            <a:custGeom>
              <a:avLst/>
              <a:gdLst/>
              <a:ahLst/>
              <a:cxnLst/>
              <a:rect l="l" t="t" r="r" b="b"/>
              <a:pathLst>
                <a:path w="209926" h="105066">
                  <a:moveTo>
                    <a:pt x="209926" y="28982"/>
                  </a:moveTo>
                  <a:lnTo>
                    <a:pt x="144016" y="105066"/>
                  </a:lnTo>
                  <a:lnTo>
                    <a:pt x="0" y="771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7" name="Polygon 677"/>
            <p:cNvSpPr/>
            <p:nvPr/>
          </p:nvSpPr>
          <p:spPr>
            <a:xfrm>
              <a:off x="3552492" y="3772756"/>
              <a:ext cx="209926" cy="112287"/>
            </a:xfrm>
            <a:custGeom>
              <a:avLst/>
              <a:gdLst/>
              <a:ahLst/>
              <a:cxnLst/>
              <a:rect l="l" t="t" r="r" b="b"/>
              <a:pathLst>
                <a:path w="209926" h="112287">
                  <a:moveTo>
                    <a:pt x="209926" y="34257"/>
                  </a:moveTo>
                  <a:lnTo>
                    <a:pt x="144016" y="112287"/>
                  </a:lnTo>
                  <a:lnTo>
                    <a:pt x="0" y="778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8" name="Polygon 678"/>
            <p:cNvSpPr/>
            <p:nvPr/>
          </p:nvSpPr>
          <p:spPr>
            <a:xfrm>
              <a:off x="5519935" y="2610439"/>
              <a:ext cx="209926" cy="611999"/>
            </a:xfrm>
            <a:custGeom>
              <a:avLst/>
              <a:gdLst/>
              <a:ahLst/>
              <a:cxnLst/>
              <a:rect l="l" t="t" r="r" b="b"/>
              <a:pathLst>
                <a:path w="209926" h="611999">
                  <a:moveTo>
                    <a:pt x="209926" y="3882"/>
                  </a:moveTo>
                  <a:lnTo>
                    <a:pt x="144016" y="0"/>
                  </a:lnTo>
                  <a:lnTo>
                    <a:pt x="0" y="611999"/>
                  </a:lnTo>
                  <a:lnTo>
                    <a:pt x="65910" y="563470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79" name="Polygon 679"/>
            <p:cNvSpPr/>
            <p:nvPr/>
          </p:nvSpPr>
          <p:spPr>
            <a:xfrm>
              <a:off x="3198548" y="3779601"/>
              <a:ext cx="209926" cy="113389"/>
            </a:xfrm>
            <a:custGeom>
              <a:avLst/>
              <a:gdLst/>
              <a:ahLst/>
              <a:cxnLst/>
              <a:rect l="l" t="t" r="r" b="b"/>
              <a:pathLst>
                <a:path w="209926" h="113389">
                  <a:moveTo>
                    <a:pt x="209926" y="35637"/>
                  </a:moveTo>
                  <a:lnTo>
                    <a:pt x="144016" y="113389"/>
                  </a:lnTo>
                  <a:lnTo>
                    <a:pt x="0" y="777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0" name="Polygon 680"/>
            <p:cNvSpPr/>
            <p:nvPr/>
          </p:nvSpPr>
          <p:spPr>
            <a:xfrm>
              <a:off x="4758336" y="3846188"/>
              <a:ext cx="209926" cy="38363"/>
            </a:xfrm>
            <a:custGeom>
              <a:avLst/>
              <a:gdLst/>
              <a:ahLst/>
              <a:cxnLst/>
              <a:rect l="l" t="t" r="r" b="b"/>
              <a:pathLst>
                <a:path w="209926" h="38363">
                  <a:moveTo>
                    <a:pt x="209926" y="33498"/>
                  </a:moveTo>
                  <a:lnTo>
                    <a:pt x="144016" y="38363"/>
                  </a:lnTo>
                  <a:lnTo>
                    <a:pt x="0" y="0"/>
                  </a:lnTo>
                  <a:lnTo>
                    <a:pt x="65910" y="6572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1" name="Polygon 681"/>
            <p:cNvSpPr/>
            <p:nvPr/>
          </p:nvSpPr>
          <p:spPr>
            <a:xfrm>
              <a:off x="6894187" y="4307637"/>
              <a:ext cx="209926" cy="136621"/>
            </a:xfrm>
            <a:custGeom>
              <a:avLst/>
              <a:gdLst/>
              <a:ahLst/>
              <a:cxnLst/>
              <a:rect l="l" t="t" r="r" b="b"/>
              <a:pathLst>
                <a:path w="209926" h="136621">
                  <a:moveTo>
                    <a:pt x="209926" y="93191"/>
                  </a:moveTo>
                  <a:lnTo>
                    <a:pt x="144016" y="136621"/>
                  </a:lnTo>
                  <a:lnTo>
                    <a:pt x="0" y="480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2" name="Polygon 682"/>
            <p:cNvSpPr/>
            <p:nvPr/>
          </p:nvSpPr>
          <p:spPr>
            <a:xfrm>
              <a:off x="2844606" y="3786048"/>
              <a:ext cx="209926" cy="113433"/>
            </a:xfrm>
            <a:custGeom>
              <a:avLst/>
              <a:gdLst/>
              <a:ahLst/>
              <a:cxnLst/>
              <a:rect l="l" t="t" r="r" b="b"/>
              <a:pathLst>
                <a:path w="209926" h="113433">
                  <a:moveTo>
                    <a:pt x="209926" y="35648"/>
                  </a:moveTo>
                  <a:lnTo>
                    <a:pt x="144016" y="113433"/>
                  </a:lnTo>
                  <a:lnTo>
                    <a:pt x="0" y="778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3" name="Polygon 683"/>
            <p:cNvSpPr/>
            <p:nvPr/>
          </p:nvSpPr>
          <p:spPr>
            <a:xfrm>
              <a:off x="8939737" y="3787533"/>
              <a:ext cx="209926" cy="113354"/>
            </a:xfrm>
            <a:custGeom>
              <a:avLst/>
              <a:gdLst/>
              <a:ahLst/>
              <a:cxnLst/>
              <a:rect l="l" t="t" r="r" b="b"/>
              <a:pathLst>
                <a:path w="209926" h="113354">
                  <a:moveTo>
                    <a:pt x="209926" y="35549"/>
                  </a:moveTo>
                  <a:lnTo>
                    <a:pt x="144016" y="113354"/>
                  </a:lnTo>
                  <a:lnTo>
                    <a:pt x="0" y="77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4" name="Polygon 684"/>
            <p:cNvSpPr/>
            <p:nvPr/>
          </p:nvSpPr>
          <p:spPr>
            <a:xfrm>
              <a:off x="8585795" y="3794211"/>
              <a:ext cx="209926" cy="113277"/>
            </a:xfrm>
            <a:custGeom>
              <a:avLst/>
              <a:gdLst/>
              <a:ahLst/>
              <a:cxnLst/>
              <a:rect l="l" t="t" r="r" b="b"/>
              <a:pathLst>
                <a:path w="209926" h="113277">
                  <a:moveTo>
                    <a:pt x="209926" y="35584"/>
                  </a:moveTo>
                  <a:lnTo>
                    <a:pt x="144016" y="113277"/>
                  </a:lnTo>
                  <a:lnTo>
                    <a:pt x="0" y="776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5" name="Polygon 685"/>
            <p:cNvSpPr/>
            <p:nvPr/>
          </p:nvSpPr>
          <p:spPr>
            <a:xfrm>
              <a:off x="5112278" y="3665451"/>
              <a:ext cx="209926" cy="211750"/>
            </a:xfrm>
            <a:custGeom>
              <a:avLst/>
              <a:gdLst/>
              <a:ahLst/>
              <a:cxnLst/>
              <a:rect l="l" t="t" r="r" b="b"/>
              <a:pathLst>
                <a:path w="209926" h="211750">
                  <a:moveTo>
                    <a:pt x="209926" y="0"/>
                  </a:moveTo>
                  <a:lnTo>
                    <a:pt x="144016" y="175491"/>
                  </a:lnTo>
                  <a:lnTo>
                    <a:pt x="0" y="211750"/>
                  </a:lnTo>
                  <a:lnTo>
                    <a:pt x="65910" y="164894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6" name="Polygon 686"/>
            <p:cNvSpPr/>
            <p:nvPr/>
          </p:nvSpPr>
          <p:spPr>
            <a:xfrm>
              <a:off x="8231852" y="3800211"/>
              <a:ext cx="209926" cy="113884"/>
            </a:xfrm>
            <a:custGeom>
              <a:avLst/>
              <a:gdLst/>
              <a:ahLst/>
              <a:cxnLst/>
              <a:rect l="l" t="t" r="r" b="b"/>
              <a:pathLst>
                <a:path w="209926" h="113884">
                  <a:moveTo>
                    <a:pt x="209926" y="35977"/>
                  </a:moveTo>
                  <a:lnTo>
                    <a:pt x="144016" y="113884"/>
                  </a:lnTo>
                  <a:lnTo>
                    <a:pt x="0" y="794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7" name="Polygon 687"/>
            <p:cNvSpPr/>
            <p:nvPr/>
          </p:nvSpPr>
          <p:spPr>
            <a:xfrm>
              <a:off x="7877909" y="3818052"/>
              <a:ext cx="209926" cy="114646"/>
            </a:xfrm>
            <a:custGeom>
              <a:avLst/>
              <a:gdLst/>
              <a:ahLst/>
              <a:cxnLst/>
              <a:rect l="l" t="t" r="r" b="b"/>
              <a:pathLst>
                <a:path w="209926" h="114646">
                  <a:moveTo>
                    <a:pt x="209926" y="29080"/>
                  </a:moveTo>
                  <a:lnTo>
                    <a:pt x="144016" y="114646"/>
                  </a:lnTo>
                  <a:lnTo>
                    <a:pt x="0" y="972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8" name="Polygon 688"/>
            <p:cNvSpPr/>
            <p:nvPr/>
          </p:nvSpPr>
          <p:spPr>
            <a:xfrm>
              <a:off x="4404392" y="3783307"/>
              <a:ext cx="209927" cy="70187"/>
            </a:xfrm>
            <a:custGeom>
              <a:avLst/>
              <a:gdLst/>
              <a:ahLst/>
              <a:cxnLst/>
              <a:rect l="l" t="t" r="r" b="b"/>
              <a:pathLst>
                <a:path w="209927" h="70187">
                  <a:moveTo>
                    <a:pt x="209927" y="30341"/>
                  </a:moveTo>
                  <a:lnTo>
                    <a:pt x="144017" y="70187"/>
                  </a:lnTo>
                  <a:lnTo>
                    <a:pt x="0" y="514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89" name="Polygon 689"/>
            <p:cNvSpPr/>
            <p:nvPr/>
          </p:nvSpPr>
          <p:spPr>
            <a:xfrm>
              <a:off x="4050450" y="3790836"/>
              <a:ext cx="209926" cy="98519"/>
            </a:xfrm>
            <a:custGeom>
              <a:avLst/>
              <a:gdLst/>
              <a:ahLst/>
              <a:cxnLst/>
              <a:rect l="l" t="t" r="r" b="b"/>
              <a:pathLst>
                <a:path w="209926" h="98519">
                  <a:moveTo>
                    <a:pt x="209926" y="24221"/>
                  </a:moveTo>
                  <a:lnTo>
                    <a:pt x="144016" y="98519"/>
                  </a:lnTo>
                  <a:lnTo>
                    <a:pt x="0" y="760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0" name="Polygon 690"/>
            <p:cNvSpPr/>
            <p:nvPr/>
          </p:nvSpPr>
          <p:spPr>
            <a:xfrm>
              <a:off x="6750171" y="4019439"/>
              <a:ext cx="209926" cy="336290"/>
            </a:xfrm>
            <a:custGeom>
              <a:avLst/>
              <a:gdLst/>
              <a:ahLst/>
              <a:cxnLst/>
              <a:rect l="l" t="t" r="r" b="b"/>
              <a:pathLst>
                <a:path w="209926" h="336290">
                  <a:moveTo>
                    <a:pt x="209926" y="288199"/>
                  </a:moveTo>
                  <a:lnTo>
                    <a:pt x="144016" y="336290"/>
                  </a:lnTo>
                  <a:lnTo>
                    <a:pt x="0" y="685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1" name="Polygon 691"/>
            <p:cNvSpPr/>
            <p:nvPr/>
          </p:nvSpPr>
          <p:spPr>
            <a:xfrm>
              <a:off x="3696508" y="3807013"/>
              <a:ext cx="209926" cy="110545"/>
            </a:xfrm>
            <a:custGeom>
              <a:avLst/>
              <a:gdLst/>
              <a:ahLst/>
              <a:cxnLst/>
              <a:rect l="l" t="t" r="r" b="b"/>
              <a:pathLst>
                <a:path w="209926" h="110545">
                  <a:moveTo>
                    <a:pt x="209926" y="31964"/>
                  </a:moveTo>
                  <a:lnTo>
                    <a:pt x="144016" y="110545"/>
                  </a:lnTo>
                  <a:lnTo>
                    <a:pt x="0" y="780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2" name="Polygon 692"/>
            <p:cNvSpPr/>
            <p:nvPr/>
          </p:nvSpPr>
          <p:spPr>
            <a:xfrm>
              <a:off x="7248130" y="4199460"/>
              <a:ext cx="209927" cy="172723"/>
            </a:xfrm>
            <a:custGeom>
              <a:avLst/>
              <a:gdLst/>
              <a:ahLst/>
              <a:cxnLst/>
              <a:rect l="l" t="t" r="r" b="b"/>
              <a:pathLst>
                <a:path w="209927" h="172723">
                  <a:moveTo>
                    <a:pt x="209927" y="0"/>
                  </a:moveTo>
                  <a:lnTo>
                    <a:pt x="144017" y="98070"/>
                  </a:lnTo>
                  <a:lnTo>
                    <a:pt x="0" y="172723"/>
                  </a:lnTo>
                  <a:lnTo>
                    <a:pt x="65910" y="65728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3" name="Polygon 693"/>
            <p:cNvSpPr/>
            <p:nvPr/>
          </p:nvSpPr>
          <p:spPr>
            <a:xfrm>
              <a:off x="3342564" y="3815238"/>
              <a:ext cx="209927" cy="113177"/>
            </a:xfrm>
            <a:custGeom>
              <a:avLst/>
              <a:gdLst/>
              <a:ahLst/>
              <a:cxnLst/>
              <a:rect l="l" t="t" r="r" b="b"/>
              <a:pathLst>
                <a:path w="209927" h="113177">
                  <a:moveTo>
                    <a:pt x="209927" y="35343"/>
                  </a:moveTo>
                  <a:lnTo>
                    <a:pt x="144017" y="113177"/>
                  </a:lnTo>
                  <a:lnTo>
                    <a:pt x="0" y="777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4" name="Polygon 694"/>
            <p:cNvSpPr/>
            <p:nvPr/>
          </p:nvSpPr>
          <p:spPr>
            <a:xfrm>
              <a:off x="4902352" y="3877201"/>
              <a:ext cx="209926" cy="55035"/>
            </a:xfrm>
            <a:custGeom>
              <a:avLst/>
              <a:gdLst/>
              <a:ahLst/>
              <a:cxnLst/>
              <a:rect l="l" t="t" r="r" b="b"/>
              <a:pathLst>
                <a:path w="209926" h="55035">
                  <a:moveTo>
                    <a:pt x="209926" y="0"/>
                  </a:moveTo>
                  <a:lnTo>
                    <a:pt x="144016" y="55035"/>
                  </a:lnTo>
                  <a:lnTo>
                    <a:pt x="0" y="7350"/>
                  </a:lnTo>
                  <a:lnTo>
                    <a:pt x="65910" y="2486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5" name="Polygon 695"/>
            <p:cNvSpPr/>
            <p:nvPr/>
          </p:nvSpPr>
          <p:spPr>
            <a:xfrm>
              <a:off x="7038203" y="4372183"/>
              <a:ext cx="209926" cy="72076"/>
            </a:xfrm>
            <a:custGeom>
              <a:avLst/>
              <a:gdLst/>
              <a:ahLst/>
              <a:cxnLst/>
              <a:rect l="l" t="t" r="r" b="b"/>
              <a:pathLst>
                <a:path w="209926" h="72076">
                  <a:moveTo>
                    <a:pt x="209926" y="0"/>
                  </a:moveTo>
                  <a:lnTo>
                    <a:pt x="144016" y="48630"/>
                  </a:lnTo>
                  <a:lnTo>
                    <a:pt x="0" y="72076"/>
                  </a:lnTo>
                  <a:lnTo>
                    <a:pt x="65910" y="28645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6" name="Polygon 696"/>
            <p:cNvSpPr/>
            <p:nvPr/>
          </p:nvSpPr>
          <p:spPr>
            <a:xfrm>
              <a:off x="2988622" y="3821697"/>
              <a:ext cx="209926" cy="113427"/>
            </a:xfrm>
            <a:custGeom>
              <a:avLst/>
              <a:gdLst/>
              <a:ahLst/>
              <a:cxnLst/>
              <a:rect l="l" t="t" r="r" b="b"/>
              <a:pathLst>
                <a:path w="209926" h="113427">
                  <a:moveTo>
                    <a:pt x="209926" y="35664"/>
                  </a:moveTo>
                  <a:lnTo>
                    <a:pt x="144016" y="113427"/>
                  </a:lnTo>
                  <a:lnTo>
                    <a:pt x="0" y="777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7" name="Polygon 697"/>
            <p:cNvSpPr/>
            <p:nvPr/>
          </p:nvSpPr>
          <p:spPr>
            <a:xfrm>
              <a:off x="7667983" y="3911003"/>
              <a:ext cx="209926" cy="119171"/>
            </a:xfrm>
            <a:custGeom>
              <a:avLst/>
              <a:gdLst/>
              <a:ahLst/>
              <a:cxnLst/>
              <a:rect l="l" t="t" r="r" b="b"/>
              <a:pathLst>
                <a:path w="209926" h="119171">
                  <a:moveTo>
                    <a:pt x="209926" y="4304"/>
                  </a:moveTo>
                  <a:lnTo>
                    <a:pt x="144016" y="102459"/>
                  </a:lnTo>
                  <a:lnTo>
                    <a:pt x="0" y="1191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8" name="Polygon 698"/>
            <p:cNvSpPr/>
            <p:nvPr/>
          </p:nvSpPr>
          <p:spPr>
            <a:xfrm>
              <a:off x="7458057" y="4030174"/>
              <a:ext cx="209926" cy="169286"/>
            </a:xfrm>
            <a:custGeom>
              <a:avLst/>
              <a:gdLst/>
              <a:ahLst/>
              <a:cxnLst/>
              <a:rect l="l" t="t" r="r" b="b"/>
              <a:pathLst>
                <a:path w="209926" h="169286">
                  <a:moveTo>
                    <a:pt x="209926" y="0"/>
                  </a:moveTo>
                  <a:lnTo>
                    <a:pt x="144016" y="109414"/>
                  </a:lnTo>
                  <a:lnTo>
                    <a:pt x="0" y="169286"/>
                  </a:lnTo>
                  <a:lnTo>
                    <a:pt x="65910" y="37448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699" name="Polygon 699"/>
            <p:cNvSpPr/>
            <p:nvPr/>
          </p:nvSpPr>
          <p:spPr>
            <a:xfrm>
              <a:off x="8729811" y="3829796"/>
              <a:ext cx="209926" cy="113280"/>
            </a:xfrm>
            <a:custGeom>
              <a:avLst/>
              <a:gdLst/>
              <a:ahLst/>
              <a:cxnLst/>
              <a:rect l="l" t="t" r="r" b="b"/>
              <a:pathLst>
                <a:path w="209926" h="113280">
                  <a:moveTo>
                    <a:pt x="209926" y="35535"/>
                  </a:moveTo>
                  <a:lnTo>
                    <a:pt x="144016" y="113280"/>
                  </a:lnTo>
                  <a:lnTo>
                    <a:pt x="0" y="776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0" name="Polygon 700"/>
            <p:cNvSpPr/>
            <p:nvPr/>
          </p:nvSpPr>
          <p:spPr>
            <a:xfrm>
              <a:off x="8375868" y="3836188"/>
              <a:ext cx="209927" cy="113248"/>
            </a:xfrm>
            <a:custGeom>
              <a:avLst/>
              <a:gdLst/>
              <a:ahLst/>
              <a:cxnLst/>
              <a:rect l="l" t="t" r="r" b="b"/>
              <a:pathLst>
                <a:path w="209927" h="113248">
                  <a:moveTo>
                    <a:pt x="209927" y="35697"/>
                  </a:moveTo>
                  <a:lnTo>
                    <a:pt x="144017" y="113248"/>
                  </a:lnTo>
                  <a:lnTo>
                    <a:pt x="0" y="779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1" name="Polygon 701"/>
            <p:cNvSpPr/>
            <p:nvPr/>
          </p:nvSpPr>
          <p:spPr>
            <a:xfrm>
              <a:off x="6672065" y="3458800"/>
              <a:ext cx="209926" cy="560639"/>
            </a:xfrm>
            <a:custGeom>
              <a:avLst/>
              <a:gdLst/>
              <a:ahLst/>
              <a:cxnLst/>
              <a:rect l="l" t="t" r="r" b="b"/>
              <a:pathLst>
                <a:path w="209926" h="560639">
                  <a:moveTo>
                    <a:pt x="209926" y="473546"/>
                  </a:moveTo>
                  <a:lnTo>
                    <a:pt x="144016" y="560639"/>
                  </a:lnTo>
                  <a:lnTo>
                    <a:pt x="0" y="485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2" name="Polygon 702"/>
            <p:cNvSpPr/>
            <p:nvPr/>
          </p:nvSpPr>
          <p:spPr>
            <a:xfrm>
              <a:off x="8021925" y="3847132"/>
              <a:ext cx="209926" cy="112508"/>
            </a:xfrm>
            <a:custGeom>
              <a:avLst/>
              <a:gdLst/>
              <a:ahLst/>
              <a:cxnLst/>
              <a:rect l="l" t="t" r="r" b="b"/>
              <a:pathLst>
                <a:path w="209926" h="112508">
                  <a:moveTo>
                    <a:pt x="209926" y="32504"/>
                  </a:moveTo>
                  <a:lnTo>
                    <a:pt x="144016" y="112508"/>
                  </a:lnTo>
                  <a:lnTo>
                    <a:pt x="0" y="855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3" name="Polygon 703"/>
            <p:cNvSpPr/>
            <p:nvPr/>
          </p:nvSpPr>
          <p:spPr>
            <a:xfrm>
              <a:off x="4548409" y="3813648"/>
              <a:ext cx="209926" cy="65621"/>
            </a:xfrm>
            <a:custGeom>
              <a:avLst/>
              <a:gdLst/>
              <a:ahLst/>
              <a:cxnLst/>
              <a:rect l="l" t="t" r="r" b="b"/>
              <a:pathLst>
                <a:path w="209926" h="65621">
                  <a:moveTo>
                    <a:pt x="209926" y="32540"/>
                  </a:moveTo>
                  <a:lnTo>
                    <a:pt x="144016" y="65621"/>
                  </a:lnTo>
                  <a:lnTo>
                    <a:pt x="0" y="398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4" name="Polygon 704"/>
            <p:cNvSpPr/>
            <p:nvPr/>
          </p:nvSpPr>
          <p:spPr>
            <a:xfrm>
              <a:off x="3840524" y="3838977"/>
              <a:ext cx="209926" cy="107684"/>
            </a:xfrm>
            <a:custGeom>
              <a:avLst/>
              <a:gdLst/>
              <a:ahLst/>
              <a:cxnLst/>
              <a:rect l="l" t="t" r="r" b="b"/>
              <a:pathLst>
                <a:path w="209926" h="107684">
                  <a:moveTo>
                    <a:pt x="209926" y="27943"/>
                  </a:moveTo>
                  <a:lnTo>
                    <a:pt x="144016" y="107684"/>
                  </a:lnTo>
                  <a:lnTo>
                    <a:pt x="0" y="785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5" name="Polygon 705"/>
            <p:cNvSpPr/>
            <p:nvPr/>
          </p:nvSpPr>
          <p:spPr>
            <a:xfrm>
              <a:off x="3486581" y="3850581"/>
              <a:ext cx="209926" cy="112647"/>
            </a:xfrm>
            <a:custGeom>
              <a:avLst/>
              <a:gdLst/>
              <a:ahLst/>
              <a:cxnLst/>
              <a:rect l="l" t="t" r="r" b="b"/>
              <a:pathLst>
                <a:path w="209926" h="112647">
                  <a:moveTo>
                    <a:pt x="209926" y="34462"/>
                  </a:moveTo>
                  <a:lnTo>
                    <a:pt x="144016" y="112647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6" name="Polygon 706"/>
            <p:cNvSpPr/>
            <p:nvPr/>
          </p:nvSpPr>
          <p:spPr>
            <a:xfrm>
              <a:off x="4194466" y="3815057"/>
              <a:ext cx="209926" cy="91510"/>
            </a:xfrm>
            <a:custGeom>
              <a:avLst/>
              <a:gdLst/>
              <a:ahLst/>
              <a:cxnLst/>
              <a:rect l="l" t="t" r="r" b="b"/>
              <a:pathLst>
                <a:path w="209926" h="91510">
                  <a:moveTo>
                    <a:pt x="209926" y="19706"/>
                  </a:moveTo>
                  <a:lnTo>
                    <a:pt x="144016" y="91510"/>
                  </a:lnTo>
                  <a:lnTo>
                    <a:pt x="0" y="7429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7" name="Polygon 707"/>
            <p:cNvSpPr/>
            <p:nvPr/>
          </p:nvSpPr>
          <p:spPr>
            <a:xfrm>
              <a:off x="5454025" y="2610439"/>
              <a:ext cx="209926" cy="719095"/>
            </a:xfrm>
            <a:custGeom>
              <a:avLst/>
              <a:gdLst/>
              <a:ahLst/>
              <a:cxnLst/>
              <a:rect l="l" t="t" r="r" b="b"/>
              <a:pathLst>
                <a:path w="209926" h="719095">
                  <a:moveTo>
                    <a:pt x="209926" y="0"/>
                  </a:moveTo>
                  <a:lnTo>
                    <a:pt x="144016" y="159508"/>
                  </a:lnTo>
                  <a:lnTo>
                    <a:pt x="0" y="719095"/>
                  </a:lnTo>
                  <a:lnTo>
                    <a:pt x="65910" y="611999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8" name="Polygon 708"/>
            <p:cNvSpPr/>
            <p:nvPr/>
          </p:nvSpPr>
          <p:spPr>
            <a:xfrm>
              <a:off x="3132638" y="3857360"/>
              <a:ext cx="209926" cy="113386"/>
            </a:xfrm>
            <a:custGeom>
              <a:avLst/>
              <a:gdLst/>
              <a:ahLst/>
              <a:cxnLst/>
              <a:rect l="l" t="t" r="r" b="b"/>
              <a:pathLst>
                <a:path w="209926" h="113386">
                  <a:moveTo>
                    <a:pt x="209926" y="35630"/>
                  </a:moveTo>
                  <a:lnTo>
                    <a:pt x="144016" y="113386"/>
                  </a:lnTo>
                  <a:lnTo>
                    <a:pt x="0" y="777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09" name="Polygon 709"/>
            <p:cNvSpPr/>
            <p:nvPr/>
          </p:nvSpPr>
          <p:spPr>
            <a:xfrm>
              <a:off x="5046368" y="3840942"/>
              <a:ext cx="209926" cy="149683"/>
            </a:xfrm>
            <a:custGeom>
              <a:avLst/>
              <a:gdLst/>
              <a:ahLst/>
              <a:cxnLst/>
              <a:rect l="l" t="t" r="r" b="b"/>
              <a:pathLst>
                <a:path w="209926" h="149683">
                  <a:moveTo>
                    <a:pt x="209926" y="0"/>
                  </a:moveTo>
                  <a:lnTo>
                    <a:pt x="144016" y="149683"/>
                  </a:lnTo>
                  <a:lnTo>
                    <a:pt x="0" y="91294"/>
                  </a:lnTo>
                  <a:lnTo>
                    <a:pt x="65910" y="36259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0" name="Polygon 710"/>
            <p:cNvSpPr/>
            <p:nvPr/>
          </p:nvSpPr>
          <p:spPr>
            <a:xfrm>
              <a:off x="2778696" y="3863849"/>
              <a:ext cx="209926" cy="113426"/>
            </a:xfrm>
            <a:custGeom>
              <a:avLst/>
              <a:gdLst/>
              <a:ahLst/>
              <a:cxnLst/>
              <a:rect l="l" t="t" r="r" b="b"/>
              <a:pathLst>
                <a:path w="209926" h="113426">
                  <a:moveTo>
                    <a:pt x="209926" y="35633"/>
                  </a:moveTo>
                  <a:lnTo>
                    <a:pt x="144016" y="113426"/>
                  </a:lnTo>
                  <a:lnTo>
                    <a:pt x="0" y="778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1" name="Polygon 711"/>
            <p:cNvSpPr/>
            <p:nvPr/>
          </p:nvSpPr>
          <p:spPr>
            <a:xfrm>
              <a:off x="8873827" y="3865331"/>
              <a:ext cx="209926" cy="113340"/>
            </a:xfrm>
            <a:custGeom>
              <a:avLst/>
              <a:gdLst/>
              <a:ahLst/>
              <a:cxnLst/>
              <a:rect l="l" t="t" r="r" b="b"/>
              <a:pathLst>
                <a:path w="209926" h="113340">
                  <a:moveTo>
                    <a:pt x="209926" y="35557"/>
                  </a:moveTo>
                  <a:lnTo>
                    <a:pt x="144016" y="113340"/>
                  </a:lnTo>
                  <a:lnTo>
                    <a:pt x="0" y="7774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2" name="Polygon 712"/>
            <p:cNvSpPr/>
            <p:nvPr/>
          </p:nvSpPr>
          <p:spPr>
            <a:xfrm>
              <a:off x="8519885" y="3871885"/>
              <a:ext cx="209926" cy="113189"/>
            </a:xfrm>
            <a:custGeom>
              <a:avLst/>
              <a:gdLst/>
              <a:ahLst/>
              <a:cxnLst/>
              <a:rect l="l" t="t" r="r" b="b"/>
              <a:pathLst>
                <a:path w="209926" h="113189">
                  <a:moveTo>
                    <a:pt x="209926" y="35603"/>
                  </a:moveTo>
                  <a:lnTo>
                    <a:pt x="144016" y="113189"/>
                  </a:lnTo>
                  <a:lnTo>
                    <a:pt x="0" y="7755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3" name="Polygon 713"/>
            <p:cNvSpPr/>
            <p:nvPr/>
          </p:nvSpPr>
          <p:spPr>
            <a:xfrm>
              <a:off x="5939788" y="1984980"/>
              <a:ext cx="209926" cy="727192"/>
            </a:xfrm>
            <a:custGeom>
              <a:avLst/>
              <a:gdLst/>
              <a:ahLst/>
              <a:cxnLst/>
              <a:rect l="l" t="t" r="r" b="b"/>
              <a:pathLst>
                <a:path w="209926" h="727192">
                  <a:moveTo>
                    <a:pt x="209926" y="544940"/>
                  </a:moveTo>
                  <a:lnTo>
                    <a:pt x="144016" y="0"/>
                  </a:lnTo>
                  <a:lnTo>
                    <a:pt x="0" y="328494"/>
                  </a:lnTo>
                  <a:lnTo>
                    <a:pt x="65910" y="727192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4" name="Polygon 714"/>
            <p:cNvSpPr/>
            <p:nvPr/>
          </p:nvSpPr>
          <p:spPr>
            <a:xfrm>
              <a:off x="7811999" y="3915307"/>
              <a:ext cx="209926" cy="103315"/>
            </a:xfrm>
            <a:custGeom>
              <a:avLst/>
              <a:gdLst/>
              <a:ahLst/>
              <a:cxnLst/>
              <a:rect l="l" t="t" r="r" b="b"/>
              <a:pathLst>
                <a:path w="209926" h="103315">
                  <a:moveTo>
                    <a:pt x="209926" y="17391"/>
                  </a:moveTo>
                  <a:lnTo>
                    <a:pt x="144016" y="103315"/>
                  </a:lnTo>
                  <a:lnTo>
                    <a:pt x="0" y="981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5" name="Polygon 715"/>
            <p:cNvSpPr/>
            <p:nvPr/>
          </p:nvSpPr>
          <p:spPr>
            <a:xfrm>
              <a:off x="6515852" y="2455920"/>
              <a:ext cx="209927" cy="719430"/>
            </a:xfrm>
            <a:custGeom>
              <a:avLst/>
              <a:gdLst/>
              <a:ahLst/>
              <a:cxnLst/>
              <a:rect l="l" t="t" r="r" b="b"/>
              <a:pathLst>
                <a:path w="209927" h="719430">
                  <a:moveTo>
                    <a:pt x="209927" y="719430"/>
                  </a:moveTo>
                  <a:lnTo>
                    <a:pt x="144017" y="512121"/>
                  </a:lnTo>
                  <a:lnTo>
                    <a:pt x="0" y="0"/>
                  </a:lnTo>
                  <a:lnTo>
                    <a:pt x="65910" y="398697"/>
                  </a:lnTo>
                  <a:close/>
                </a:path>
              </a:pathLst>
            </a:custGeom>
            <a:solidFill>
              <a:srgbClr val="B3318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6" name="Polygon 716"/>
            <p:cNvSpPr/>
            <p:nvPr/>
          </p:nvSpPr>
          <p:spPr>
            <a:xfrm>
              <a:off x="8165942" y="3879636"/>
              <a:ext cx="209926" cy="112399"/>
            </a:xfrm>
            <a:custGeom>
              <a:avLst/>
              <a:gdLst/>
              <a:ahLst/>
              <a:cxnLst/>
              <a:rect l="l" t="t" r="r" b="b"/>
              <a:pathLst>
                <a:path w="209926" h="112399">
                  <a:moveTo>
                    <a:pt x="209926" y="34459"/>
                  </a:moveTo>
                  <a:lnTo>
                    <a:pt x="144016" y="112399"/>
                  </a:lnTo>
                  <a:lnTo>
                    <a:pt x="0" y="800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7" name="Polygon 717"/>
            <p:cNvSpPr/>
            <p:nvPr/>
          </p:nvSpPr>
          <p:spPr>
            <a:xfrm>
              <a:off x="4692426" y="3846188"/>
              <a:ext cx="209926" cy="77507"/>
            </a:xfrm>
            <a:custGeom>
              <a:avLst/>
              <a:gdLst/>
              <a:ahLst/>
              <a:cxnLst/>
              <a:rect l="l" t="t" r="r" b="b"/>
              <a:pathLst>
                <a:path w="209926" h="77507">
                  <a:moveTo>
                    <a:pt x="209926" y="38363"/>
                  </a:moveTo>
                  <a:lnTo>
                    <a:pt x="144016" y="77507"/>
                  </a:lnTo>
                  <a:lnTo>
                    <a:pt x="0" y="3308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8" name="Polygon 718"/>
            <p:cNvSpPr/>
            <p:nvPr/>
          </p:nvSpPr>
          <p:spPr>
            <a:xfrm>
              <a:off x="6828277" y="4354277"/>
              <a:ext cx="209926" cy="89982"/>
            </a:xfrm>
            <a:custGeom>
              <a:avLst/>
              <a:gdLst/>
              <a:ahLst/>
              <a:cxnLst/>
              <a:rect l="l" t="t" r="r" b="b"/>
              <a:pathLst>
                <a:path w="209926" h="89982">
                  <a:moveTo>
                    <a:pt x="209926" y="89982"/>
                  </a:moveTo>
                  <a:lnTo>
                    <a:pt x="144016" y="76103"/>
                  </a:lnTo>
                  <a:lnTo>
                    <a:pt x="0" y="0"/>
                  </a:lnTo>
                  <a:lnTo>
                    <a:pt x="65910" y="1452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19" name="Polygon 719"/>
            <p:cNvSpPr/>
            <p:nvPr/>
          </p:nvSpPr>
          <p:spPr>
            <a:xfrm>
              <a:off x="3984540" y="3866919"/>
              <a:ext cx="209926" cy="104169"/>
            </a:xfrm>
            <a:custGeom>
              <a:avLst/>
              <a:gdLst/>
              <a:ahLst/>
              <a:cxnLst/>
              <a:rect l="l" t="t" r="r" b="b"/>
              <a:pathLst>
                <a:path w="209926" h="104169">
                  <a:moveTo>
                    <a:pt x="209926" y="22435"/>
                  </a:moveTo>
                  <a:lnTo>
                    <a:pt x="144016" y="104169"/>
                  </a:lnTo>
                  <a:lnTo>
                    <a:pt x="0" y="797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0" name="Polygon 720"/>
            <p:cNvSpPr/>
            <p:nvPr/>
          </p:nvSpPr>
          <p:spPr>
            <a:xfrm>
              <a:off x="3630598" y="3885044"/>
              <a:ext cx="209926" cy="111647"/>
            </a:xfrm>
            <a:custGeom>
              <a:avLst/>
              <a:gdLst/>
              <a:ahLst/>
              <a:cxnLst/>
              <a:rect l="l" t="t" r="r" b="b"/>
              <a:pathLst>
                <a:path w="209926" h="111647">
                  <a:moveTo>
                    <a:pt x="209926" y="32515"/>
                  </a:moveTo>
                  <a:lnTo>
                    <a:pt x="144016" y="111647"/>
                  </a:lnTo>
                  <a:lnTo>
                    <a:pt x="0" y="781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1" name="Polygon 721"/>
            <p:cNvSpPr/>
            <p:nvPr/>
          </p:nvSpPr>
          <p:spPr>
            <a:xfrm>
              <a:off x="7602073" y="4013463"/>
              <a:ext cx="209926" cy="126125"/>
            </a:xfrm>
            <a:custGeom>
              <a:avLst/>
              <a:gdLst/>
              <a:ahLst/>
              <a:cxnLst/>
              <a:rect l="l" t="t" r="r" b="b"/>
              <a:pathLst>
                <a:path w="209926" h="126125">
                  <a:moveTo>
                    <a:pt x="209926" y="0"/>
                  </a:moveTo>
                  <a:lnTo>
                    <a:pt x="144016" y="93356"/>
                  </a:lnTo>
                  <a:lnTo>
                    <a:pt x="0" y="126125"/>
                  </a:lnTo>
                  <a:lnTo>
                    <a:pt x="65910" y="16712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2" name="Polygon 722"/>
            <p:cNvSpPr/>
            <p:nvPr/>
          </p:nvSpPr>
          <p:spPr>
            <a:xfrm>
              <a:off x="7182220" y="4297530"/>
              <a:ext cx="209927" cy="123282"/>
            </a:xfrm>
            <a:custGeom>
              <a:avLst/>
              <a:gdLst/>
              <a:ahLst/>
              <a:cxnLst/>
              <a:rect l="l" t="t" r="r" b="b"/>
              <a:pathLst>
                <a:path w="209927" h="123282">
                  <a:moveTo>
                    <a:pt x="209927" y="0"/>
                  </a:moveTo>
                  <a:lnTo>
                    <a:pt x="144017" y="57554"/>
                  </a:lnTo>
                  <a:lnTo>
                    <a:pt x="0" y="123282"/>
                  </a:lnTo>
                  <a:lnTo>
                    <a:pt x="65910" y="74652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3" name="Polygon 723"/>
            <p:cNvSpPr/>
            <p:nvPr/>
          </p:nvSpPr>
          <p:spPr>
            <a:xfrm>
              <a:off x="7392147" y="4139588"/>
              <a:ext cx="209926" cy="157943"/>
            </a:xfrm>
            <a:custGeom>
              <a:avLst/>
              <a:gdLst/>
              <a:ahLst/>
              <a:cxnLst/>
              <a:rect l="l" t="t" r="r" b="b"/>
              <a:pathLst>
                <a:path w="209926" h="157943">
                  <a:moveTo>
                    <a:pt x="209926" y="0"/>
                  </a:moveTo>
                  <a:lnTo>
                    <a:pt x="144016" y="89663"/>
                  </a:lnTo>
                  <a:lnTo>
                    <a:pt x="0" y="157943"/>
                  </a:lnTo>
                  <a:lnTo>
                    <a:pt x="65910" y="59872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4" name="Polygon 724"/>
            <p:cNvSpPr/>
            <p:nvPr/>
          </p:nvSpPr>
          <p:spPr>
            <a:xfrm>
              <a:off x="5388114" y="2769946"/>
              <a:ext cx="209926" cy="715492"/>
            </a:xfrm>
            <a:custGeom>
              <a:avLst/>
              <a:gdLst/>
              <a:ahLst/>
              <a:cxnLst/>
              <a:rect l="l" t="t" r="r" b="b"/>
              <a:pathLst>
                <a:path w="209926" h="715492">
                  <a:moveTo>
                    <a:pt x="209926" y="0"/>
                  </a:moveTo>
                  <a:lnTo>
                    <a:pt x="144016" y="295676"/>
                  </a:lnTo>
                  <a:lnTo>
                    <a:pt x="0" y="715492"/>
                  </a:lnTo>
                  <a:lnTo>
                    <a:pt x="65910" y="559587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5" name="Polygon 725"/>
            <p:cNvSpPr/>
            <p:nvPr/>
          </p:nvSpPr>
          <p:spPr>
            <a:xfrm>
              <a:off x="3276654" y="3892990"/>
              <a:ext cx="209927" cy="113258"/>
            </a:xfrm>
            <a:custGeom>
              <a:avLst/>
              <a:gdLst/>
              <a:ahLst/>
              <a:cxnLst/>
              <a:rect l="l" t="t" r="r" b="b"/>
              <a:pathLst>
                <a:path w="209927" h="113258">
                  <a:moveTo>
                    <a:pt x="209927" y="35424"/>
                  </a:moveTo>
                  <a:lnTo>
                    <a:pt x="144017" y="113258"/>
                  </a:lnTo>
                  <a:lnTo>
                    <a:pt x="0" y="777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6" name="Polygon 726"/>
            <p:cNvSpPr/>
            <p:nvPr/>
          </p:nvSpPr>
          <p:spPr>
            <a:xfrm>
              <a:off x="4338482" y="3834763"/>
              <a:ext cx="209927" cy="87889"/>
            </a:xfrm>
            <a:custGeom>
              <a:avLst/>
              <a:gdLst/>
              <a:ahLst/>
              <a:cxnLst/>
              <a:rect l="l" t="t" r="r" b="b"/>
              <a:pathLst>
                <a:path w="209927" h="87889">
                  <a:moveTo>
                    <a:pt x="209927" y="18731"/>
                  </a:moveTo>
                  <a:lnTo>
                    <a:pt x="144017" y="87889"/>
                  </a:lnTo>
                  <a:lnTo>
                    <a:pt x="0" y="718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7" name="Polygon 727"/>
            <p:cNvSpPr/>
            <p:nvPr/>
          </p:nvSpPr>
          <p:spPr>
            <a:xfrm>
              <a:off x="5256294" y="3428556"/>
              <a:ext cx="209926" cy="412386"/>
            </a:xfrm>
            <a:custGeom>
              <a:avLst/>
              <a:gdLst/>
              <a:ahLst/>
              <a:cxnLst/>
              <a:rect l="l" t="t" r="r" b="b"/>
              <a:pathLst>
                <a:path w="209926" h="412386">
                  <a:moveTo>
                    <a:pt x="209926" y="0"/>
                  </a:moveTo>
                  <a:lnTo>
                    <a:pt x="144017" y="350319"/>
                  </a:lnTo>
                  <a:lnTo>
                    <a:pt x="0" y="412386"/>
                  </a:lnTo>
                  <a:lnTo>
                    <a:pt x="65910" y="236894"/>
                  </a:lnTo>
                  <a:close/>
                </a:path>
              </a:pathLst>
            </a:custGeom>
            <a:solidFill>
              <a:srgbClr val="7004A4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8" name="Polygon 728"/>
            <p:cNvSpPr/>
            <p:nvPr/>
          </p:nvSpPr>
          <p:spPr>
            <a:xfrm>
              <a:off x="5322204" y="3065622"/>
              <a:ext cx="209926" cy="599828"/>
            </a:xfrm>
            <a:custGeom>
              <a:avLst/>
              <a:gdLst/>
              <a:ahLst/>
              <a:cxnLst/>
              <a:rect l="l" t="t" r="r" b="b"/>
              <a:pathLst>
                <a:path w="209926" h="599828">
                  <a:moveTo>
                    <a:pt x="209926" y="0"/>
                  </a:moveTo>
                  <a:lnTo>
                    <a:pt x="144016" y="362934"/>
                  </a:lnTo>
                  <a:lnTo>
                    <a:pt x="0" y="599828"/>
                  </a:lnTo>
                  <a:lnTo>
                    <a:pt x="65910" y="419816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29" name="Polygon 729"/>
            <p:cNvSpPr/>
            <p:nvPr/>
          </p:nvSpPr>
          <p:spPr>
            <a:xfrm>
              <a:off x="2922712" y="3899482"/>
              <a:ext cx="209926" cy="113419"/>
            </a:xfrm>
            <a:custGeom>
              <a:avLst/>
              <a:gdLst/>
              <a:ahLst/>
              <a:cxnLst/>
              <a:rect l="l" t="t" r="r" b="b"/>
              <a:pathLst>
                <a:path w="209926" h="113419">
                  <a:moveTo>
                    <a:pt x="209926" y="35642"/>
                  </a:moveTo>
                  <a:lnTo>
                    <a:pt x="144016" y="113419"/>
                  </a:lnTo>
                  <a:lnTo>
                    <a:pt x="0" y="777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0" name="Polygon 730"/>
            <p:cNvSpPr/>
            <p:nvPr/>
          </p:nvSpPr>
          <p:spPr>
            <a:xfrm>
              <a:off x="6684261" y="4087970"/>
              <a:ext cx="209926" cy="267758"/>
            </a:xfrm>
            <a:custGeom>
              <a:avLst/>
              <a:gdLst/>
              <a:ahLst/>
              <a:cxnLst/>
              <a:rect l="l" t="t" r="r" b="b"/>
              <a:pathLst>
                <a:path w="209926" h="267758">
                  <a:moveTo>
                    <a:pt x="209926" y="267758"/>
                  </a:moveTo>
                  <a:lnTo>
                    <a:pt x="144016" y="266307"/>
                  </a:lnTo>
                  <a:lnTo>
                    <a:pt x="0" y="530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1" name="Polygon 731"/>
            <p:cNvSpPr/>
            <p:nvPr/>
          </p:nvSpPr>
          <p:spPr>
            <a:xfrm>
              <a:off x="6593959" y="2827990"/>
              <a:ext cx="209926" cy="631090"/>
            </a:xfrm>
            <a:custGeom>
              <a:avLst/>
              <a:gdLst/>
              <a:ahLst/>
              <a:cxnLst/>
              <a:rect l="l" t="t" r="r" b="b"/>
              <a:pathLst>
                <a:path w="209926" h="631090">
                  <a:moveTo>
                    <a:pt x="209926" y="631090"/>
                  </a:moveTo>
                  <a:lnTo>
                    <a:pt x="144016" y="630810"/>
                  </a:lnTo>
                  <a:lnTo>
                    <a:pt x="0" y="0"/>
                  </a:lnTo>
                  <a:lnTo>
                    <a:pt x="65910" y="140052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2" name="Polygon 732"/>
            <p:cNvSpPr/>
            <p:nvPr/>
          </p:nvSpPr>
          <p:spPr>
            <a:xfrm>
              <a:off x="8663901" y="3907488"/>
              <a:ext cx="209926" cy="113273"/>
            </a:xfrm>
            <a:custGeom>
              <a:avLst/>
              <a:gdLst/>
              <a:ahLst/>
              <a:cxnLst/>
              <a:rect l="l" t="t" r="r" b="b"/>
              <a:pathLst>
                <a:path w="209926" h="113273">
                  <a:moveTo>
                    <a:pt x="209926" y="35587"/>
                  </a:moveTo>
                  <a:lnTo>
                    <a:pt x="144016" y="113273"/>
                  </a:lnTo>
                  <a:lnTo>
                    <a:pt x="0" y="775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3" name="Polygon 733"/>
            <p:cNvSpPr/>
            <p:nvPr/>
          </p:nvSpPr>
          <p:spPr>
            <a:xfrm>
              <a:off x="5190384" y="3778875"/>
              <a:ext cx="209927" cy="278317"/>
            </a:xfrm>
            <a:custGeom>
              <a:avLst/>
              <a:gdLst/>
              <a:ahLst/>
              <a:cxnLst/>
              <a:rect l="l" t="t" r="r" b="b"/>
              <a:pathLst>
                <a:path w="209927" h="278317">
                  <a:moveTo>
                    <a:pt x="209927" y="0"/>
                  </a:moveTo>
                  <a:lnTo>
                    <a:pt x="144017" y="278317"/>
                  </a:lnTo>
                  <a:lnTo>
                    <a:pt x="0" y="211749"/>
                  </a:lnTo>
                  <a:lnTo>
                    <a:pt x="65910" y="62067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4" name="Polygon 734"/>
            <p:cNvSpPr/>
            <p:nvPr/>
          </p:nvSpPr>
          <p:spPr>
            <a:xfrm>
              <a:off x="4836442" y="3884551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47685"/>
                  </a:moveTo>
                  <a:lnTo>
                    <a:pt x="144016" y="113424"/>
                  </a:lnTo>
                  <a:lnTo>
                    <a:pt x="0" y="391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5" name="Polygon 735"/>
            <p:cNvSpPr/>
            <p:nvPr/>
          </p:nvSpPr>
          <p:spPr>
            <a:xfrm>
              <a:off x="8309958" y="3914095"/>
              <a:ext cx="209927" cy="112800"/>
            </a:xfrm>
            <a:custGeom>
              <a:avLst/>
              <a:gdLst/>
              <a:ahLst/>
              <a:cxnLst/>
              <a:rect l="l" t="t" r="r" b="b"/>
              <a:pathLst>
                <a:path w="209927" h="112800">
                  <a:moveTo>
                    <a:pt x="209927" y="35342"/>
                  </a:moveTo>
                  <a:lnTo>
                    <a:pt x="144017" y="112800"/>
                  </a:lnTo>
                  <a:lnTo>
                    <a:pt x="0" y="779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6" name="Polygon 736"/>
            <p:cNvSpPr/>
            <p:nvPr/>
          </p:nvSpPr>
          <p:spPr>
            <a:xfrm>
              <a:off x="5729861" y="2027181"/>
              <a:ext cx="209927" cy="727192"/>
            </a:xfrm>
            <a:custGeom>
              <a:avLst/>
              <a:gdLst/>
              <a:ahLst/>
              <a:cxnLst/>
              <a:rect l="l" t="t" r="r" b="b"/>
              <a:pathLst>
                <a:path w="209927" h="727192">
                  <a:moveTo>
                    <a:pt x="209927" y="286294"/>
                  </a:moveTo>
                  <a:lnTo>
                    <a:pt x="144017" y="0"/>
                  </a:lnTo>
                  <a:lnTo>
                    <a:pt x="0" y="587140"/>
                  </a:lnTo>
                  <a:lnTo>
                    <a:pt x="65910" y="727192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7" name="Polygon 737"/>
            <p:cNvSpPr/>
            <p:nvPr/>
          </p:nvSpPr>
          <p:spPr>
            <a:xfrm>
              <a:off x="7956015" y="3932698"/>
              <a:ext cx="209926" cy="107048"/>
            </a:xfrm>
            <a:custGeom>
              <a:avLst/>
              <a:gdLst/>
              <a:ahLst/>
              <a:cxnLst/>
              <a:rect l="l" t="t" r="r" b="b"/>
              <a:pathLst>
                <a:path w="209926" h="107048">
                  <a:moveTo>
                    <a:pt x="209926" y="26942"/>
                  </a:moveTo>
                  <a:lnTo>
                    <a:pt x="144016" y="107048"/>
                  </a:lnTo>
                  <a:lnTo>
                    <a:pt x="0" y="859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8" name="Polygon 738"/>
            <p:cNvSpPr/>
            <p:nvPr/>
          </p:nvSpPr>
          <p:spPr>
            <a:xfrm>
              <a:off x="6606155" y="3507329"/>
              <a:ext cx="209926" cy="580641"/>
            </a:xfrm>
            <a:custGeom>
              <a:avLst/>
              <a:gdLst/>
              <a:ahLst/>
              <a:cxnLst/>
              <a:rect l="l" t="t" r="r" b="b"/>
              <a:pathLst>
                <a:path w="209926" h="580641">
                  <a:moveTo>
                    <a:pt x="209926" y="512110"/>
                  </a:moveTo>
                  <a:lnTo>
                    <a:pt x="144016" y="580641"/>
                  </a:lnTo>
                  <a:lnTo>
                    <a:pt x="0" y="1070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39" name="Polygon 739"/>
            <p:cNvSpPr/>
            <p:nvPr/>
          </p:nvSpPr>
          <p:spPr>
            <a:xfrm>
              <a:off x="6972293" y="4420803"/>
              <a:ext cx="209926" cy="23455"/>
            </a:xfrm>
            <a:custGeom>
              <a:avLst/>
              <a:gdLst/>
              <a:ahLst/>
              <a:cxnLst/>
              <a:rect l="l" t="t" r="r" b="b"/>
              <a:pathLst>
                <a:path w="209926" h="23455">
                  <a:moveTo>
                    <a:pt x="209926" y="10"/>
                  </a:moveTo>
                  <a:lnTo>
                    <a:pt x="144016" y="0"/>
                  </a:lnTo>
                  <a:lnTo>
                    <a:pt x="0" y="9576"/>
                  </a:lnTo>
                  <a:lnTo>
                    <a:pt x="65910" y="23455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0" name="Polygon 740"/>
            <p:cNvSpPr/>
            <p:nvPr/>
          </p:nvSpPr>
          <p:spPr>
            <a:xfrm>
              <a:off x="3774614" y="3917558"/>
              <a:ext cx="209926" cy="110225"/>
            </a:xfrm>
            <a:custGeom>
              <a:avLst/>
              <a:gdLst/>
              <a:ahLst/>
              <a:cxnLst/>
              <a:rect l="l" t="t" r="r" b="b"/>
              <a:pathLst>
                <a:path w="209926" h="110225">
                  <a:moveTo>
                    <a:pt x="209926" y="29103"/>
                  </a:moveTo>
                  <a:lnTo>
                    <a:pt x="144016" y="110225"/>
                  </a:lnTo>
                  <a:lnTo>
                    <a:pt x="0" y="791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1" name="Polygon 741"/>
            <p:cNvSpPr/>
            <p:nvPr/>
          </p:nvSpPr>
          <p:spPr>
            <a:xfrm>
              <a:off x="3420671" y="3928415"/>
              <a:ext cx="209926" cy="112978"/>
            </a:xfrm>
            <a:custGeom>
              <a:avLst/>
              <a:gdLst/>
              <a:ahLst/>
              <a:cxnLst/>
              <a:rect l="l" t="t" r="r" b="b"/>
              <a:pathLst>
                <a:path w="209926" h="112978">
                  <a:moveTo>
                    <a:pt x="209926" y="34814"/>
                  </a:moveTo>
                  <a:lnTo>
                    <a:pt x="144016" y="112978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2" name="Polygon 742"/>
            <p:cNvSpPr/>
            <p:nvPr/>
          </p:nvSpPr>
          <p:spPr>
            <a:xfrm>
              <a:off x="4128556" y="3889355"/>
              <a:ext cx="209926" cy="101730"/>
            </a:xfrm>
            <a:custGeom>
              <a:avLst/>
              <a:gdLst/>
              <a:ahLst/>
              <a:cxnLst/>
              <a:rect l="l" t="t" r="r" b="b"/>
              <a:pathLst>
                <a:path w="209926" h="101730">
                  <a:moveTo>
                    <a:pt x="209926" y="17213"/>
                  </a:moveTo>
                  <a:lnTo>
                    <a:pt x="144016" y="101730"/>
                  </a:lnTo>
                  <a:lnTo>
                    <a:pt x="0" y="817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3" name="Polygon 743"/>
            <p:cNvSpPr/>
            <p:nvPr/>
          </p:nvSpPr>
          <p:spPr>
            <a:xfrm>
              <a:off x="4980458" y="3932236"/>
              <a:ext cx="209926" cy="174298"/>
            </a:xfrm>
            <a:custGeom>
              <a:avLst/>
              <a:gdLst/>
              <a:ahLst/>
              <a:cxnLst/>
              <a:rect l="l" t="t" r="r" b="b"/>
              <a:pathLst>
                <a:path w="209926" h="174298">
                  <a:moveTo>
                    <a:pt x="209926" y="58388"/>
                  </a:moveTo>
                  <a:lnTo>
                    <a:pt x="144016" y="174298"/>
                  </a:lnTo>
                  <a:lnTo>
                    <a:pt x="0" y="657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4" name="Polygon 744"/>
            <p:cNvSpPr/>
            <p:nvPr/>
          </p:nvSpPr>
          <p:spPr>
            <a:xfrm>
              <a:off x="3066728" y="3935123"/>
              <a:ext cx="209926" cy="113394"/>
            </a:xfrm>
            <a:custGeom>
              <a:avLst/>
              <a:gdLst/>
              <a:ahLst/>
              <a:cxnLst/>
              <a:rect l="l" t="t" r="r" b="b"/>
              <a:pathLst>
                <a:path w="209926" h="113394">
                  <a:moveTo>
                    <a:pt x="209926" y="35623"/>
                  </a:moveTo>
                  <a:lnTo>
                    <a:pt x="144016" y="113394"/>
                  </a:lnTo>
                  <a:lnTo>
                    <a:pt x="0" y="7777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5" name="Polygon 745"/>
            <p:cNvSpPr/>
            <p:nvPr/>
          </p:nvSpPr>
          <p:spPr>
            <a:xfrm>
              <a:off x="4482499" y="3853494"/>
              <a:ext cx="209926" cy="93390"/>
            </a:xfrm>
            <a:custGeom>
              <a:avLst/>
              <a:gdLst/>
              <a:ahLst/>
              <a:cxnLst/>
              <a:rect l="l" t="t" r="r" b="b"/>
              <a:pathLst>
                <a:path w="209926" h="93390">
                  <a:moveTo>
                    <a:pt x="209926" y="25775"/>
                  </a:moveTo>
                  <a:lnTo>
                    <a:pt x="144016" y="93390"/>
                  </a:lnTo>
                  <a:lnTo>
                    <a:pt x="0" y="691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6" name="Polygon 746"/>
            <p:cNvSpPr/>
            <p:nvPr/>
          </p:nvSpPr>
          <p:spPr>
            <a:xfrm>
              <a:off x="2712786" y="3941652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23"/>
                  </a:moveTo>
                  <a:lnTo>
                    <a:pt x="144016" y="113423"/>
                  </a:lnTo>
                  <a:lnTo>
                    <a:pt x="0" y="778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7" name="Polygon 747"/>
            <p:cNvSpPr/>
            <p:nvPr/>
          </p:nvSpPr>
          <p:spPr>
            <a:xfrm>
              <a:off x="8807917" y="3943076"/>
              <a:ext cx="209926" cy="113350"/>
            </a:xfrm>
            <a:custGeom>
              <a:avLst/>
              <a:gdLst/>
              <a:ahLst/>
              <a:cxnLst/>
              <a:rect l="l" t="t" r="r" b="b"/>
              <a:pathLst>
                <a:path w="209926" h="113350">
                  <a:moveTo>
                    <a:pt x="209926" y="35595"/>
                  </a:moveTo>
                  <a:lnTo>
                    <a:pt x="144016" y="113350"/>
                  </a:lnTo>
                  <a:lnTo>
                    <a:pt x="0" y="776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8" name="Polygon 748"/>
            <p:cNvSpPr/>
            <p:nvPr/>
          </p:nvSpPr>
          <p:spPr>
            <a:xfrm>
              <a:off x="5124474" y="3990624"/>
              <a:ext cx="209927" cy="250666"/>
            </a:xfrm>
            <a:custGeom>
              <a:avLst/>
              <a:gdLst/>
              <a:ahLst/>
              <a:cxnLst/>
              <a:rect l="l" t="t" r="r" b="b"/>
              <a:pathLst>
                <a:path w="209927" h="250666">
                  <a:moveTo>
                    <a:pt x="209927" y="66567"/>
                  </a:moveTo>
                  <a:lnTo>
                    <a:pt x="144017" y="250666"/>
                  </a:lnTo>
                  <a:lnTo>
                    <a:pt x="0" y="1159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49" name="Polygon 749"/>
            <p:cNvSpPr/>
            <p:nvPr/>
          </p:nvSpPr>
          <p:spPr>
            <a:xfrm>
              <a:off x="7746089" y="4013463"/>
              <a:ext cx="209926" cy="93356"/>
            </a:xfrm>
            <a:custGeom>
              <a:avLst/>
              <a:gdLst/>
              <a:ahLst/>
              <a:cxnLst/>
              <a:rect l="l" t="t" r="r" b="b"/>
              <a:pathLst>
                <a:path w="209926" h="93356">
                  <a:moveTo>
                    <a:pt x="209926" y="5160"/>
                  </a:moveTo>
                  <a:lnTo>
                    <a:pt x="144016" y="89170"/>
                  </a:lnTo>
                  <a:lnTo>
                    <a:pt x="0" y="933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0" name="Polygon 750"/>
            <p:cNvSpPr/>
            <p:nvPr/>
          </p:nvSpPr>
          <p:spPr>
            <a:xfrm>
              <a:off x="8453975" y="3949436"/>
              <a:ext cx="209926" cy="113143"/>
            </a:xfrm>
            <a:custGeom>
              <a:avLst/>
              <a:gdLst/>
              <a:ahLst/>
              <a:cxnLst/>
              <a:rect l="l" t="t" r="r" b="b"/>
              <a:pathLst>
                <a:path w="209926" h="113143">
                  <a:moveTo>
                    <a:pt x="209926" y="35638"/>
                  </a:moveTo>
                  <a:lnTo>
                    <a:pt x="144016" y="113143"/>
                  </a:lnTo>
                  <a:lnTo>
                    <a:pt x="0" y="774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1" name="Polygon 751"/>
            <p:cNvSpPr/>
            <p:nvPr/>
          </p:nvSpPr>
          <p:spPr>
            <a:xfrm>
              <a:off x="5268491" y="4057192"/>
              <a:ext cx="209926" cy="323443"/>
            </a:xfrm>
            <a:custGeom>
              <a:avLst/>
              <a:gdLst/>
              <a:ahLst/>
              <a:cxnLst/>
              <a:rect l="l" t="t" r="r" b="b"/>
              <a:pathLst>
                <a:path w="209926" h="323443">
                  <a:moveTo>
                    <a:pt x="209926" y="68000"/>
                  </a:moveTo>
                  <a:lnTo>
                    <a:pt x="144016" y="323443"/>
                  </a:lnTo>
                  <a:lnTo>
                    <a:pt x="0" y="18409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2" name="Polygon 752"/>
            <p:cNvSpPr/>
            <p:nvPr/>
          </p:nvSpPr>
          <p:spPr>
            <a:xfrm>
              <a:off x="8100031" y="3959641"/>
              <a:ext cx="209926" cy="110340"/>
            </a:xfrm>
            <a:custGeom>
              <a:avLst/>
              <a:gdLst/>
              <a:ahLst/>
              <a:cxnLst/>
              <a:rect l="l" t="t" r="r" b="b"/>
              <a:pathLst>
                <a:path w="209926" h="110340">
                  <a:moveTo>
                    <a:pt x="209926" y="32395"/>
                  </a:moveTo>
                  <a:lnTo>
                    <a:pt x="144016" y="110340"/>
                  </a:lnTo>
                  <a:lnTo>
                    <a:pt x="0" y="801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3" name="Polygon 753"/>
            <p:cNvSpPr/>
            <p:nvPr/>
          </p:nvSpPr>
          <p:spPr>
            <a:xfrm>
              <a:off x="5334401" y="3712286"/>
              <a:ext cx="209926" cy="412906"/>
            </a:xfrm>
            <a:custGeom>
              <a:avLst/>
              <a:gdLst/>
              <a:ahLst/>
              <a:cxnLst/>
              <a:rect l="l" t="t" r="r" b="b"/>
              <a:pathLst>
                <a:path w="209926" h="412906">
                  <a:moveTo>
                    <a:pt x="209926" y="0"/>
                  </a:moveTo>
                  <a:lnTo>
                    <a:pt x="144016" y="412906"/>
                  </a:lnTo>
                  <a:lnTo>
                    <a:pt x="0" y="344906"/>
                  </a:lnTo>
                  <a:lnTo>
                    <a:pt x="65910" y="66589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4" name="Polygon 754"/>
            <p:cNvSpPr/>
            <p:nvPr/>
          </p:nvSpPr>
          <p:spPr>
            <a:xfrm>
              <a:off x="7536163" y="4106819"/>
              <a:ext cx="209926" cy="122431"/>
            </a:xfrm>
            <a:custGeom>
              <a:avLst/>
              <a:gdLst/>
              <a:ahLst/>
              <a:cxnLst/>
              <a:rect l="l" t="t" r="r" b="b"/>
              <a:pathLst>
                <a:path w="209926" h="122431">
                  <a:moveTo>
                    <a:pt x="209926" y="0"/>
                  </a:moveTo>
                  <a:lnTo>
                    <a:pt x="144016" y="83642"/>
                  </a:lnTo>
                  <a:lnTo>
                    <a:pt x="0" y="122431"/>
                  </a:lnTo>
                  <a:lnTo>
                    <a:pt x="65910" y="32769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5" name="Polygon 755"/>
            <p:cNvSpPr/>
            <p:nvPr/>
          </p:nvSpPr>
          <p:spPr>
            <a:xfrm>
              <a:off x="3918630" y="3946661"/>
              <a:ext cx="209926" cy="108971"/>
            </a:xfrm>
            <a:custGeom>
              <a:avLst/>
              <a:gdLst/>
              <a:ahLst/>
              <a:cxnLst/>
              <a:rect l="l" t="t" r="r" b="b"/>
              <a:pathLst>
                <a:path w="209926" h="108971">
                  <a:moveTo>
                    <a:pt x="209926" y="24428"/>
                  </a:moveTo>
                  <a:lnTo>
                    <a:pt x="144016" y="108971"/>
                  </a:lnTo>
                  <a:lnTo>
                    <a:pt x="0" y="811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6" name="Polygon 756"/>
            <p:cNvSpPr/>
            <p:nvPr/>
          </p:nvSpPr>
          <p:spPr>
            <a:xfrm>
              <a:off x="5412507" y="4125192"/>
              <a:ext cx="209926" cy="370318"/>
            </a:xfrm>
            <a:custGeom>
              <a:avLst/>
              <a:gdLst/>
              <a:ahLst/>
              <a:cxnLst/>
              <a:rect l="l" t="t" r="r" b="b"/>
              <a:pathLst>
                <a:path w="209926" h="370318">
                  <a:moveTo>
                    <a:pt x="209926" y="60360"/>
                  </a:moveTo>
                  <a:lnTo>
                    <a:pt x="144016" y="370318"/>
                  </a:lnTo>
                  <a:lnTo>
                    <a:pt x="0" y="2554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7" name="Polygon 757"/>
            <p:cNvSpPr/>
            <p:nvPr/>
          </p:nvSpPr>
          <p:spPr>
            <a:xfrm>
              <a:off x="3564687" y="3963229"/>
              <a:ext cx="209926" cy="112518"/>
            </a:xfrm>
            <a:custGeom>
              <a:avLst/>
              <a:gdLst/>
              <a:ahLst/>
              <a:cxnLst/>
              <a:rect l="l" t="t" r="r" b="b"/>
              <a:pathLst>
                <a:path w="209926" h="112518">
                  <a:moveTo>
                    <a:pt x="209926" y="33462"/>
                  </a:moveTo>
                  <a:lnTo>
                    <a:pt x="144016" y="112518"/>
                  </a:lnTo>
                  <a:lnTo>
                    <a:pt x="0" y="781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8" name="Polygon 758"/>
            <p:cNvSpPr/>
            <p:nvPr/>
          </p:nvSpPr>
          <p:spPr>
            <a:xfrm>
              <a:off x="7326237" y="4229250"/>
              <a:ext cx="209926" cy="125834"/>
            </a:xfrm>
            <a:custGeom>
              <a:avLst/>
              <a:gdLst/>
              <a:ahLst/>
              <a:cxnLst/>
              <a:rect l="l" t="t" r="r" b="b"/>
              <a:pathLst>
                <a:path w="209926" h="125834">
                  <a:moveTo>
                    <a:pt x="209926" y="0"/>
                  </a:moveTo>
                  <a:lnTo>
                    <a:pt x="144016" y="65963"/>
                  </a:lnTo>
                  <a:lnTo>
                    <a:pt x="0" y="125834"/>
                  </a:lnTo>
                  <a:lnTo>
                    <a:pt x="65910" y="68280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59" name="Polygon 759"/>
            <p:cNvSpPr/>
            <p:nvPr/>
          </p:nvSpPr>
          <p:spPr>
            <a:xfrm>
              <a:off x="3210744" y="3970746"/>
              <a:ext cx="209927" cy="113329"/>
            </a:xfrm>
            <a:custGeom>
              <a:avLst/>
              <a:gdLst/>
              <a:ahLst/>
              <a:cxnLst/>
              <a:rect l="l" t="t" r="r" b="b"/>
              <a:pathLst>
                <a:path w="209927" h="113329">
                  <a:moveTo>
                    <a:pt x="209927" y="35503"/>
                  </a:moveTo>
                  <a:lnTo>
                    <a:pt x="144017" y="113329"/>
                  </a:lnTo>
                  <a:lnTo>
                    <a:pt x="0" y="7777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0" name="Polygon 760"/>
            <p:cNvSpPr/>
            <p:nvPr/>
          </p:nvSpPr>
          <p:spPr>
            <a:xfrm>
              <a:off x="4626515" y="3879269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44427"/>
                  </a:moveTo>
                  <a:lnTo>
                    <a:pt x="144016" y="113424"/>
                  </a:lnTo>
                  <a:lnTo>
                    <a:pt x="0" y="6761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1" name="Polygon 761"/>
            <p:cNvSpPr/>
            <p:nvPr/>
          </p:nvSpPr>
          <p:spPr>
            <a:xfrm>
              <a:off x="4272572" y="3906567"/>
              <a:ext cx="209927" cy="103556"/>
            </a:xfrm>
            <a:custGeom>
              <a:avLst/>
              <a:gdLst/>
              <a:ahLst/>
              <a:cxnLst/>
              <a:rect l="l" t="t" r="r" b="b"/>
              <a:pathLst>
                <a:path w="209927" h="103556">
                  <a:moveTo>
                    <a:pt x="209927" y="16085"/>
                  </a:moveTo>
                  <a:lnTo>
                    <a:pt x="144017" y="103556"/>
                  </a:lnTo>
                  <a:lnTo>
                    <a:pt x="0" y="845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2" name="Polygon 762"/>
            <p:cNvSpPr/>
            <p:nvPr/>
          </p:nvSpPr>
          <p:spPr>
            <a:xfrm>
              <a:off x="2856802" y="3977274"/>
              <a:ext cx="209926" cy="113418"/>
            </a:xfrm>
            <a:custGeom>
              <a:avLst/>
              <a:gdLst/>
              <a:ahLst/>
              <a:cxnLst/>
              <a:rect l="l" t="t" r="r" b="b"/>
              <a:pathLst>
                <a:path w="209926" h="113418">
                  <a:moveTo>
                    <a:pt x="209926" y="35626"/>
                  </a:moveTo>
                  <a:lnTo>
                    <a:pt x="144016" y="113418"/>
                  </a:lnTo>
                  <a:lnTo>
                    <a:pt x="0" y="778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3" name="Polygon 763"/>
            <p:cNvSpPr/>
            <p:nvPr/>
          </p:nvSpPr>
          <p:spPr>
            <a:xfrm>
              <a:off x="6371836" y="2056204"/>
              <a:ext cx="209926" cy="798414"/>
            </a:xfrm>
            <a:custGeom>
              <a:avLst/>
              <a:gdLst/>
              <a:ahLst/>
              <a:cxnLst/>
              <a:rect l="l" t="t" r="r" b="b"/>
              <a:pathLst>
                <a:path w="209926" h="798414">
                  <a:moveTo>
                    <a:pt x="209926" y="798414"/>
                  </a:moveTo>
                  <a:lnTo>
                    <a:pt x="144016" y="399717"/>
                  </a:lnTo>
                  <a:lnTo>
                    <a:pt x="0" y="0"/>
                  </a:lnTo>
                  <a:lnTo>
                    <a:pt x="65910" y="544939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4" name="Polygon 764"/>
            <p:cNvSpPr/>
            <p:nvPr/>
          </p:nvSpPr>
          <p:spPr>
            <a:xfrm>
              <a:off x="5556523" y="4185552"/>
              <a:ext cx="209926" cy="375292"/>
            </a:xfrm>
            <a:custGeom>
              <a:avLst/>
              <a:gdLst/>
              <a:ahLst/>
              <a:cxnLst/>
              <a:rect l="l" t="t" r="r" b="b"/>
              <a:pathLst>
                <a:path w="209926" h="375292">
                  <a:moveTo>
                    <a:pt x="209926" y="44891"/>
                  </a:moveTo>
                  <a:lnTo>
                    <a:pt x="144016" y="375292"/>
                  </a:lnTo>
                  <a:lnTo>
                    <a:pt x="0" y="3099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5" name="Polygon 765"/>
            <p:cNvSpPr/>
            <p:nvPr/>
          </p:nvSpPr>
          <p:spPr>
            <a:xfrm>
              <a:off x="8597991" y="3985074"/>
              <a:ext cx="209926" cy="113327"/>
            </a:xfrm>
            <a:custGeom>
              <a:avLst/>
              <a:gdLst/>
              <a:ahLst/>
              <a:cxnLst/>
              <a:rect l="l" t="t" r="r" b="b"/>
              <a:pathLst>
                <a:path w="209926" h="113327">
                  <a:moveTo>
                    <a:pt x="209926" y="35687"/>
                  </a:moveTo>
                  <a:lnTo>
                    <a:pt x="144016" y="113327"/>
                  </a:lnTo>
                  <a:lnTo>
                    <a:pt x="0" y="775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6" name="Polygon 766"/>
            <p:cNvSpPr/>
            <p:nvPr/>
          </p:nvSpPr>
          <p:spPr>
            <a:xfrm>
              <a:off x="7116309" y="4355084"/>
              <a:ext cx="209927" cy="65728"/>
            </a:xfrm>
            <a:custGeom>
              <a:avLst/>
              <a:gdLst/>
              <a:ahLst/>
              <a:cxnLst/>
              <a:rect l="l" t="t" r="r" b="b"/>
              <a:pathLst>
                <a:path w="209927" h="65728">
                  <a:moveTo>
                    <a:pt x="209927" y="0"/>
                  </a:moveTo>
                  <a:lnTo>
                    <a:pt x="144017" y="23788"/>
                  </a:lnTo>
                  <a:lnTo>
                    <a:pt x="0" y="65719"/>
                  </a:lnTo>
                  <a:lnTo>
                    <a:pt x="65910" y="65728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7" name="Polygon 767"/>
            <p:cNvSpPr/>
            <p:nvPr/>
          </p:nvSpPr>
          <p:spPr>
            <a:xfrm>
              <a:off x="6540245" y="3614424"/>
              <a:ext cx="209926" cy="526611"/>
            </a:xfrm>
            <a:custGeom>
              <a:avLst/>
              <a:gdLst/>
              <a:ahLst/>
              <a:cxnLst/>
              <a:rect l="l" t="t" r="r" b="b"/>
              <a:pathLst>
                <a:path w="209926" h="526611">
                  <a:moveTo>
                    <a:pt x="209926" y="473546"/>
                  </a:moveTo>
                  <a:lnTo>
                    <a:pt x="144016" y="526611"/>
                  </a:lnTo>
                  <a:lnTo>
                    <a:pt x="0" y="1559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8" name="Polygon 768"/>
            <p:cNvSpPr/>
            <p:nvPr/>
          </p:nvSpPr>
          <p:spPr>
            <a:xfrm>
              <a:off x="5346597" y="4380635"/>
              <a:ext cx="209926" cy="245606"/>
            </a:xfrm>
            <a:custGeom>
              <a:avLst/>
              <a:gdLst/>
              <a:ahLst/>
              <a:cxnLst/>
              <a:rect l="l" t="t" r="r" b="b"/>
              <a:pathLst>
                <a:path w="209926" h="245606">
                  <a:moveTo>
                    <a:pt x="209926" y="114874"/>
                  </a:moveTo>
                  <a:lnTo>
                    <a:pt x="144016" y="245606"/>
                  </a:lnTo>
                  <a:lnTo>
                    <a:pt x="0" y="1183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69" name="Polygon 769"/>
            <p:cNvSpPr/>
            <p:nvPr/>
          </p:nvSpPr>
          <p:spPr>
            <a:xfrm>
              <a:off x="6083804" y="1884059"/>
              <a:ext cx="209926" cy="645861"/>
            </a:xfrm>
            <a:custGeom>
              <a:avLst/>
              <a:gdLst/>
              <a:ahLst/>
              <a:cxnLst/>
              <a:rect l="l" t="t" r="r" b="b"/>
              <a:pathLst>
                <a:path w="209926" h="645861">
                  <a:moveTo>
                    <a:pt x="209926" y="599777"/>
                  </a:moveTo>
                  <a:lnTo>
                    <a:pt x="144016" y="0"/>
                  </a:lnTo>
                  <a:lnTo>
                    <a:pt x="0" y="100921"/>
                  </a:lnTo>
                  <a:lnTo>
                    <a:pt x="65910" y="645861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0" name="Polygon 770"/>
            <p:cNvSpPr/>
            <p:nvPr/>
          </p:nvSpPr>
          <p:spPr>
            <a:xfrm>
              <a:off x="8244048" y="3992035"/>
              <a:ext cx="209927" cy="112301"/>
            </a:xfrm>
            <a:custGeom>
              <a:avLst/>
              <a:gdLst/>
              <a:ahLst/>
              <a:cxnLst/>
              <a:rect l="l" t="t" r="r" b="b"/>
              <a:pathLst>
                <a:path w="209927" h="112301">
                  <a:moveTo>
                    <a:pt x="209927" y="34860"/>
                  </a:moveTo>
                  <a:lnTo>
                    <a:pt x="144017" y="112301"/>
                  </a:lnTo>
                  <a:lnTo>
                    <a:pt x="0" y="779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1" name="Polygon 771"/>
            <p:cNvSpPr/>
            <p:nvPr/>
          </p:nvSpPr>
          <p:spPr>
            <a:xfrm>
              <a:off x="7890105" y="4018622"/>
              <a:ext cx="209926" cy="100689"/>
            </a:xfrm>
            <a:custGeom>
              <a:avLst/>
              <a:gdLst/>
              <a:ahLst/>
              <a:cxnLst/>
              <a:rect l="l" t="t" r="r" b="b"/>
              <a:pathLst>
                <a:path w="209926" h="100689">
                  <a:moveTo>
                    <a:pt x="209926" y="21124"/>
                  </a:moveTo>
                  <a:lnTo>
                    <a:pt x="144016" y="100689"/>
                  </a:lnTo>
                  <a:lnTo>
                    <a:pt x="0" y="840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2" name="Polygon 772"/>
            <p:cNvSpPr/>
            <p:nvPr/>
          </p:nvSpPr>
          <p:spPr>
            <a:xfrm>
              <a:off x="5202581" y="4241290"/>
              <a:ext cx="209926" cy="257648"/>
            </a:xfrm>
            <a:custGeom>
              <a:avLst/>
              <a:gdLst/>
              <a:ahLst/>
              <a:cxnLst/>
              <a:rect l="l" t="t" r="r" b="b"/>
              <a:pathLst>
                <a:path w="209926" h="257648">
                  <a:moveTo>
                    <a:pt x="209926" y="139345"/>
                  </a:moveTo>
                  <a:lnTo>
                    <a:pt x="144016" y="257648"/>
                  </a:lnTo>
                  <a:lnTo>
                    <a:pt x="0" y="1020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3" name="Polygon 773"/>
            <p:cNvSpPr/>
            <p:nvPr/>
          </p:nvSpPr>
          <p:spPr>
            <a:xfrm>
              <a:off x="4770531" y="3923695"/>
              <a:ext cx="209926" cy="149341"/>
            </a:xfrm>
            <a:custGeom>
              <a:avLst/>
              <a:gdLst/>
              <a:ahLst/>
              <a:cxnLst/>
              <a:rect l="l" t="t" r="r" b="b"/>
              <a:pathLst>
                <a:path w="209926" h="149341">
                  <a:moveTo>
                    <a:pt x="209926" y="74280"/>
                  </a:moveTo>
                  <a:lnTo>
                    <a:pt x="144016" y="149341"/>
                  </a:lnTo>
                  <a:lnTo>
                    <a:pt x="0" y="689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4" name="Polygon 774"/>
            <p:cNvSpPr/>
            <p:nvPr/>
          </p:nvSpPr>
          <p:spPr>
            <a:xfrm>
              <a:off x="5490613" y="4495509"/>
              <a:ext cx="209926" cy="200725"/>
            </a:xfrm>
            <a:custGeom>
              <a:avLst/>
              <a:gdLst/>
              <a:ahLst/>
              <a:cxnLst/>
              <a:rect l="l" t="t" r="r" b="b"/>
              <a:pathLst>
                <a:path w="209926" h="200725">
                  <a:moveTo>
                    <a:pt x="209926" y="65334"/>
                  </a:moveTo>
                  <a:lnTo>
                    <a:pt x="144016" y="200725"/>
                  </a:lnTo>
                  <a:lnTo>
                    <a:pt x="0" y="1307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5" name="Polygon 775"/>
            <p:cNvSpPr/>
            <p:nvPr/>
          </p:nvSpPr>
          <p:spPr>
            <a:xfrm>
              <a:off x="3708704" y="3996691"/>
              <a:ext cx="209926" cy="112024"/>
            </a:xfrm>
            <a:custGeom>
              <a:avLst/>
              <a:gdLst/>
              <a:ahLst/>
              <a:cxnLst/>
              <a:rect l="l" t="t" r="r" b="b"/>
              <a:pathLst>
                <a:path w="209926" h="112024">
                  <a:moveTo>
                    <a:pt x="209926" y="31092"/>
                  </a:moveTo>
                  <a:lnTo>
                    <a:pt x="144016" y="112024"/>
                  </a:lnTo>
                  <a:lnTo>
                    <a:pt x="0" y="790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6" name="Polygon 776"/>
            <p:cNvSpPr/>
            <p:nvPr/>
          </p:nvSpPr>
          <p:spPr>
            <a:xfrm>
              <a:off x="4062646" y="3971089"/>
              <a:ext cx="209926" cy="109314"/>
            </a:xfrm>
            <a:custGeom>
              <a:avLst/>
              <a:gdLst/>
              <a:ahLst/>
              <a:cxnLst/>
              <a:rect l="l" t="t" r="r" b="b"/>
              <a:pathLst>
                <a:path w="209926" h="109314">
                  <a:moveTo>
                    <a:pt x="209926" y="19996"/>
                  </a:moveTo>
                  <a:lnTo>
                    <a:pt x="144016" y="109314"/>
                  </a:lnTo>
                  <a:lnTo>
                    <a:pt x="0" y="845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7" name="Polygon 777"/>
            <p:cNvSpPr/>
            <p:nvPr/>
          </p:nvSpPr>
          <p:spPr>
            <a:xfrm>
              <a:off x="6762367" y="4328355"/>
              <a:ext cx="209926" cy="102024"/>
            </a:xfrm>
            <a:custGeom>
              <a:avLst/>
              <a:gdLst/>
              <a:ahLst/>
              <a:cxnLst/>
              <a:rect l="l" t="t" r="r" b="b"/>
              <a:pathLst>
                <a:path w="209926" h="102024">
                  <a:moveTo>
                    <a:pt x="209926" y="102024"/>
                  </a:moveTo>
                  <a:lnTo>
                    <a:pt x="144016" y="59840"/>
                  </a:lnTo>
                  <a:lnTo>
                    <a:pt x="0" y="0"/>
                  </a:lnTo>
                  <a:lnTo>
                    <a:pt x="65910" y="25921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8" name="Polygon 778"/>
            <p:cNvSpPr/>
            <p:nvPr/>
          </p:nvSpPr>
          <p:spPr>
            <a:xfrm>
              <a:off x="5058564" y="4106534"/>
              <a:ext cx="209927" cy="236796"/>
            </a:xfrm>
            <a:custGeom>
              <a:avLst/>
              <a:gdLst/>
              <a:ahLst/>
              <a:cxnLst/>
              <a:rect l="l" t="t" r="r" b="b"/>
              <a:pathLst>
                <a:path w="209927" h="236796">
                  <a:moveTo>
                    <a:pt x="209927" y="134756"/>
                  </a:moveTo>
                  <a:lnTo>
                    <a:pt x="144017" y="236796"/>
                  </a:lnTo>
                  <a:lnTo>
                    <a:pt x="0" y="864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79" name="Polygon 779"/>
            <p:cNvSpPr/>
            <p:nvPr/>
          </p:nvSpPr>
          <p:spPr>
            <a:xfrm>
              <a:off x="6618351" y="4141035"/>
              <a:ext cx="209926" cy="213242"/>
            </a:xfrm>
            <a:custGeom>
              <a:avLst/>
              <a:gdLst/>
              <a:ahLst/>
              <a:cxnLst/>
              <a:rect l="l" t="t" r="r" b="b"/>
              <a:pathLst>
                <a:path w="209926" h="213242">
                  <a:moveTo>
                    <a:pt x="209926" y="213242"/>
                  </a:moveTo>
                  <a:lnTo>
                    <a:pt x="144016" y="187321"/>
                  </a:lnTo>
                  <a:lnTo>
                    <a:pt x="0" y="454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0" name="Polygon 780"/>
            <p:cNvSpPr/>
            <p:nvPr/>
          </p:nvSpPr>
          <p:spPr>
            <a:xfrm>
              <a:off x="3354761" y="4006248"/>
              <a:ext cx="209926" cy="113208"/>
            </a:xfrm>
            <a:custGeom>
              <a:avLst/>
              <a:gdLst/>
              <a:ahLst/>
              <a:cxnLst/>
              <a:rect l="l" t="t" r="r" b="b"/>
              <a:pathLst>
                <a:path w="209926" h="113208">
                  <a:moveTo>
                    <a:pt x="209926" y="35144"/>
                  </a:moveTo>
                  <a:lnTo>
                    <a:pt x="144016" y="113208"/>
                  </a:lnTo>
                  <a:lnTo>
                    <a:pt x="0" y="778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1" name="Polygon 781"/>
            <p:cNvSpPr/>
            <p:nvPr/>
          </p:nvSpPr>
          <p:spPr>
            <a:xfrm>
              <a:off x="4914548" y="3997975"/>
              <a:ext cx="209926" cy="195057"/>
            </a:xfrm>
            <a:custGeom>
              <a:avLst/>
              <a:gdLst/>
              <a:ahLst/>
              <a:cxnLst/>
              <a:rect l="l" t="t" r="r" b="b"/>
              <a:pathLst>
                <a:path w="209926" h="195057">
                  <a:moveTo>
                    <a:pt x="209926" y="108559"/>
                  </a:moveTo>
                  <a:lnTo>
                    <a:pt x="144016" y="195057"/>
                  </a:lnTo>
                  <a:lnTo>
                    <a:pt x="0" y="750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2" name="Polygon 782"/>
            <p:cNvSpPr/>
            <p:nvPr/>
          </p:nvSpPr>
          <p:spPr>
            <a:xfrm>
              <a:off x="5478417" y="3669804"/>
              <a:ext cx="209926" cy="515747"/>
            </a:xfrm>
            <a:custGeom>
              <a:avLst/>
              <a:gdLst/>
              <a:ahLst/>
              <a:cxnLst/>
              <a:rect l="l" t="t" r="r" b="b"/>
              <a:pathLst>
                <a:path w="209926" h="515747">
                  <a:moveTo>
                    <a:pt x="209926" y="0"/>
                  </a:moveTo>
                  <a:lnTo>
                    <a:pt x="144016" y="515747"/>
                  </a:lnTo>
                  <a:lnTo>
                    <a:pt x="0" y="455387"/>
                  </a:lnTo>
                  <a:lnTo>
                    <a:pt x="65910" y="42482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3" name="Polygon 783"/>
            <p:cNvSpPr/>
            <p:nvPr/>
          </p:nvSpPr>
          <p:spPr>
            <a:xfrm>
              <a:off x="5400311" y="3179046"/>
              <a:ext cx="209926" cy="599829"/>
            </a:xfrm>
            <a:custGeom>
              <a:avLst/>
              <a:gdLst/>
              <a:ahLst/>
              <a:cxnLst/>
              <a:rect l="l" t="t" r="r" b="b"/>
              <a:pathLst>
                <a:path w="209926" h="599829">
                  <a:moveTo>
                    <a:pt x="209926" y="0"/>
                  </a:moveTo>
                  <a:lnTo>
                    <a:pt x="144016" y="533240"/>
                  </a:lnTo>
                  <a:lnTo>
                    <a:pt x="0" y="599829"/>
                  </a:lnTo>
                  <a:lnTo>
                    <a:pt x="65909" y="249510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4" name="Polygon 784"/>
            <p:cNvSpPr/>
            <p:nvPr/>
          </p:nvSpPr>
          <p:spPr>
            <a:xfrm>
              <a:off x="3000818" y="4012901"/>
              <a:ext cx="209926" cy="113406"/>
            </a:xfrm>
            <a:custGeom>
              <a:avLst/>
              <a:gdLst/>
              <a:ahLst/>
              <a:cxnLst/>
              <a:rect l="l" t="t" r="r" b="b"/>
              <a:pathLst>
                <a:path w="209926" h="113406">
                  <a:moveTo>
                    <a:pt x="209926" y="35617"/>
                  </a:moveTo>
                  <a:lnTo>
                    <a:pt x="144016" y="113406"/>
                  </a:lnTo>
                  <a:lnTo>
                    <a:pt x="0" y="777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5" name="Polygon 785"/>
            <p:cNvSpPr/>
            <p:nvPr/>
          </p:nvSpPr>
          <p:spPr>
            <a:xfrm>
              <a:off x="4416589" y="392265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24232"/>
                  </a:moveTo>
                  <a:lnTo>
                    <a:pt x="144016" y="113424"/>
                  </a:lnTo>
                  <a:lnTo>
                    <a:pt x="0" y="874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6" name="Polygon 786"/>
            <p:cNvSpPr/>
            <p:nvPr/>
          </p:nvSpPr>
          <p:spPr>
            <a:xfrm>
              <a:off x="2646876" y="4019460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15"/>
                  </a:moveTo>
                  <a:lnTo>
                    <a:pt x="144016" y="113422"/>
                  </a:lnTo>
                  <a:lnTo>
                    <a:pt x="0" y="778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7" name="Polygon 787"/>
            <p:cNvSpPr/>
            <p:nvPr/>
          </p:nvSpPr>
          <p:spPr>
            <a:xfrm>
              <a:off x="5700539" y="4230443"/>
              <a:ext cx="209926" cy="336290"/>
            </a:xfrm>
            <a:custGeom>
              <a:avLst/>
              <a:gdLst/>
              <a:ahLst/>
              <a:cxnLst/>
              <a:rect l="l" t="t" r="r" b="b"/>
              <a:pathLst>
                <a:path w="209926" h="336290">
                  <a:moveTo>
                    <a:pt x="209926" y="26331"/>
                  </a:moveTo>
                  <a:lnTo>
                    <a:pt x="144016" y="336290"/>
                  </a:lnTo>
                  <a:lnTo>
                    <a:pt x="0" y="3304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C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8" name="Polygon 788"/>
            <p:cNvSpPr/>
            <p:nvPr/>
          </p:nvSpPr>
          <p:spPr>
            <a:xfrm>
              <a:off x="7680179" y="4102633"/>
              <a:ext cx="209926" cy="87828"/>
            </a:xfrm>
            <a:custGeom>
              <a:avLst/>
              <a:gdLst/>
              <a:ahLst/>
              <a:cxnLst/>
              <a:rect l="l" t="t" r="r" b="b"/>
              <a:pathLst>
                <a:path w="209926" h="87828">
                  <a:moveTo>
                    <a:pt x="209926" y="0"/>
                  </a:moveTo>
                  <a:lnTo>
                    <a:pt x="144016" y="80137"/>
                  </a:lnTo>
                  <a:lnTo>
                    <a:pt x="0" y="87828"/>
                  </a:lnTo>
                  <a:lnTo>
                    <a:pt x="65910" y="4186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89" name="Polygon 789"/>
            <p:cNvSpPr/>
            <p:nvPr/>
          </p:nvSpPr>
          <p:spPr>
            <a:xfrm>
              <a:off x="8742007" y="4020762"/>
              <a:ext cx="209926" cy="113400"/>
            </a:xfrm>
            <a:custGeom>
              <a:avLst/>
              <a:gdLst/>
              <a:ahLst/>
              <a:cxnLst/>
              <a:rect l="l" t="t" r="r" b="b"/>
              <a:pathLst>
                <a:path w="209926" h="113400">
                  <a:moveTo>
                    <a:pt x="209926" y="35664"/>
                  </a:moveTo>
                  <a:lnTo>
                    <a:pt x="144016" y="113400"/>
                  </a:lnTo>
                  <a:lnTo>
                    <a:pt x="0" y="776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0" name="Polygon 790"/>
            <p:cNvSpPr/>
            <p:nvPr/>
          </p:nvSpPr>
          <p:spPr>
            <a:xfrm>
              <a:off x="6227820" y="1884059"/>
              <a:ext cx="209926" cy="717083"/>
            </a:xfrm>
            <a:custGeom>
              <a:avLst/>
              <a:gdLst/>
              <a:ahLst/>
              <a:cxnLst/>
              <a:rect l="l" t="t" r="r" b="b"/>
              <a:pathLst>
                <a:path w="209926" h="717083">
                  <a:moveTo>
                    <a:pt x="209926" y="717083"/>
                  </a:moveTo>
                  <a:lnTo>
                    <a:pt x="144016" y="172144"/>
                  </a:lnTo>
                  <a:lnTo>
                    <a:pt x="0" y="0"/>
                  </a:lnTo>
                  <a:lnTo>
                    <a:pt x="65910" y="599777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1" name="Polygon 791"/>
            <p:cNvSpPr/>
            <p:nvPr/>
          </p:nvSpPr>
          <p:spPr>
            <a:xfrm>
              <a:off x="6528049" y="2824107"/>
              <a:ext cx="209926" cy="683222"/>
            </a:xfrm>
            <a:custGeom>
              <a:avLst/>
              <a:gdLst/>
              <a:ahLst/>
              <a:cxnLst/>
              <a:rect l="l" t="t" r="r" b="b"/>
              <a:pathLst>
                <a:path w="209926" h="683222">
                  <a:moveTo>
                    <a:pt x="209926" y="634693"/>
                  </a:moveTo>
                  <a:lnTo>
                    <a:pt x="144016" y="683222"/>
                  </a:lnTo>
                  <a:lnTo>
                    <a:pt x="0" y="0"/>
                  </a:lnTo>
                  <a:lnTo>
                    <a:pt x="65910" y="3882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2" name="Polygon 792"/>
            <p:cNvSpPr/>
            <p:nvPr/>
          </p:nvSpPr>
          <p:spPr>
            <a:xfrm>
              <a:off x="8388065" y="4026895"/>
              <a:ext cx="209926" cy="113175"/>
            </a:xfrm>
            <a:custGeom>
              <a:avLst/>
              <a:gdLst/>
              <a:ahLst/>
              <a:cxnLst/>
              <a:rect l="l" t="t" r="r" b="b"/>
              <a:pathLst>
                <a:path w="209926" h="113175">
                  <a:moveTo>
                    <a:pt x="209926" y="35684"/>
                  </a:moveTo>
                  <a:lnTo>
                    <a:pt x="144016" y="113175"/>
                  </a:lnTo>
                  <a:lnTo>
                    <a:pt x="0" y="774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3" name="Polygon 793"/>
            <p:cNvSpPr/>
            <p:nvPr/>
          </p:nvSpPr>
          <p:spPr>
            <a:xfrm>
              <a:off x="8034121" y="4039746"/>
              <a:ext cx="209926" cy="108150"/>
            </a:xfrm>
            <a:custGeom>
              <a:avLst/>
              <a:gdLst/>
              <a:ahLst/>
              <a:cxnLst/>
              <a:rect l="l" t="t" r="r" b="b"/>
              <a:pathLst>
                <a:path w="209926" h="108150">
                  <a:moveTo>
                    <a:pt x="209926" y="30235"/>
                  </a:moveTo>
                  <a:lnTo>
                    <a:pt x="144017" y="108150"/>
                  </a:lnTo>
                  <a:lnTo>
                    <a:pt x="0" y="795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4" name="Polygon 794"/>
            <p:cNvSpPr/>
            <p:nvPr/>
          </p:nvSpPr>
          <p:spPr>
            <a:xfrm>
              <a:off x="5634629" y="4560843"/>
              <a:ext cx="209926" cy="136620"/>
            </a:xfrm>
            <a:custGeom>
              <a:avLst/>
              <a:gdLst/>
              <a:ahLst/>
              <a:cxnLst/>
              <a:rect l="l" t="t" r="r" b="b"/>
              <a:pathLst>
                <a:path w="209926" h="136620">
                  <a:moveTo>
                    <a:pt x="209926" y="5889"/>
                  </a:moveTo>
                  <a:lnTo>
                    <a:pt x="144016" y="136620"/>
                  </a:lnTo>
                  <a:lnTo>
                    <a:pt x="0" y="1353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4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5" name="Polygon 795"/>
            <p:cNvSpPr/>
            <p:nvPr/>
          </p:nvSpPr>
          <p:spPr>
            <a:xfrm>
              <a:off x="3852720" y="4027783"/>
              <a:ext cx="209926" cy="112002"/>
            </a:xfrm>
            <a:custGeom>
              <a:avLst/>
              <a:gdLst/>
              <a:ahLst/>
              <a:cxnLst/>
              <a:rect l="l" t="t" r="r" b="b"/>
              <a:pathLst>
                <a:path w="209926" h="112002">
                  <a:moveTo>
                    <a:pt x="209926" y="27848"/>
                  </a:moveTo>
                  <a:lnTo>
                    <a:pt x="144016" y="112002"/>
                  </a:lnTo>
                  <a:lnTo>
                    <a:pt x="0" y="809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6" name="Polygon 796"/>
            <p:cNvSpPr/>
            <p:nvPr/>
          </p:nvSpPr>
          <p:spPr>
            <a:xfrm>
              <a:off x="7470253" y="4190461"/>
              <a:ext cx="209926" cy="104752"/>
            </a:xfrm>
            <a:custGeom>
              <a:avLst/>
              <a:gdLst/>
              <a:ahLst/>
              <a:cxnLst/>
              <a:rect l="l" t="t" r="r" b="b"/>
              <a:pathLst>
                <a:path w="209926" h="104752">
                  <a:moveTo>
                    <a:pt x="209926" y="0"/>
                  </a:moveTo>
                  <a:lnTo>
                    <a:pt x="144016" y="71983"/>
                  </a:lnTo>
                  <a:lnTo>
                    <a:pt x="0" y="104752"/>
                  </a:lnTo>
                  <a:lnTo>
                    <a:pt x="65910" y="3879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7" name="Polygon 797"/>
            <p:cNvSpPr/>
            <p:nvPr/>
          </p:nvSpPr>
          <p:spPr>
            <a:xfrm>
              <a:off x="6906383" y="4388195"/>
              <a:ext cx="209926" cy="42184"/>
            </a:xfrm>
            <a:custGeom>
              <a:avLst/>
              <a:gdLst/>
              <a:ahLst/>
              <a:cxnLst/>
              <a:rect l="l" t="t" r="r" b="b"/>
              <a:pathLst>
                <a:path w="209926" h="42184">
                  <a:moveTo>
                    <a:pt x="209926" y="32608"/>
                  </a:moveTo>
                  <a:lnTo>
                    <a:pt x="144016" y="8573"/>
                  </a:lnTo>
                  <a:lnTo>
                    <a:pt x="0" y="0"/>
                  </a:lnTo>
                  <a:lnTo>
                    <a:pt x="65910" y="42184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8" name="Polygon 798"/>
            <p:cNvSpPr/>
            <p:nvPr/>
          </p:nvSpPr>
          <p:spPr>
            <a:xfrm>
              <a:off x="3498777" y="4041393"/>
              <a:ext cx="209926" cy="113057"/>
            </a:xfrm>
            <a:custGeom>
              <a:avLst/>
              <a:gdLst/>
              <a:ahLst/>
              <a:cxnLst/>
              <a:rect l="l" t="t" r="r" b="b"/>
              <a:pathLst>
                <a:path w="209926" h="113057">
                  <a:moveTo>
                    <a:pt x="209926" y="34354"/>
                  </a:moveTo>
                  <a:lnTo>
                    <a:pt x="144016" y="113057"/>
                  </a:lnTo>
                  <a:lnTo>
                    <a:pt x="0" y="780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799" name="Polygon 799"/>
            <p:cNvSpPr/>
            <p:nvPr/>
          </p:nvSpPr>
          <p:spPr>
            <a:xfrm>
              <a:off x="4206662" y="3991085"/>
              <a:ext cx="209927" cy="113424"/>
            </a:xfrm>
            <a:custGeom>
              <a:avLst/>
              <a:gdLst/>
              <a:ahLst/>
              <a:cxnLst/>
              <a:rect l="l" t="t" r="r" b="b"/>
              <a:pathLst>
                <a:path w="209927" h="113424">
                  <a:moveTo>
                    <a:pt x="209927" y="19039"/>
                  </a:moveTo>
                  <a:lnTo>
                    <a:pt x="144017" y="113424"/>
                  </a:lnTo>
                  <a:lnTo>
                    <a:pt x="0" y="893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0" name="Polygon 800"/>
            <p:cNvSpPr/>
            <p:nvPr/>
          </p:nvSpPr>
          <p:spPr>
            <a:xfrm>
              <a:off x="3144834" y="4048517"/>
              <a:ext cx="209927" cy="113378"/>
            </a:xfrm>
            <a:custGeom>
              <a:avLst/>
              <a:gdLst/>
              <a:ahLst/>
              <a:cxnLst/>
              <a:rect l="l" t="t" r="r" b="b"/>
              <a:pathLst>
                <a:path w="209927" h="113378">
                  <a:moveTo>
                    <a:pt x="209927" y="35558"/>
                  </a:moveTo>
                  <a:lnTo>
                    <a:pt x="144017" y="113378"/>
                  </a:lnTo>
                  <a:lnTo>
                    <a:pt x="0" y="777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1" name="Polygon 801"/>
            <p:cNvSpPr/>
            <p:nvPr/>
          </p:nvSpPr>
          <p:spPr>
            <a:xfrm>
              <a:off x="4560605" y="3946884"/>
              <a:ext cx="209926" cy="133458"/>
            </a:xfrm>
            <a:custGeom>
              <a:avLst/>
              <a:gdLst/>
              <a:ahLst/>
              <a:cxnLst/>
              <a:rect l="l" t="t" r="r" b="b"/>
              <a:pathLst>
                <a:path w="209926" h="133458">
                  <a:moveTo>
                    <a:pt x="209926" y="45809"/>
                  </a:moveTo>
                  <a:lnTo>
                    <a:pt x="144016" y="133458"/>
                  </a:lnTo>
                  <a:lnTo>
                    <a:pt x="0" y="891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2" name="Polygon 802"/>
            <p:cNvSpPr/>
            <p:nvPr/>
          </p:nvSpPr>
          <p:spPr>
            <a:xfrm>
              <a:off x="5622433" y="3669804"/>
              <a:ext cx="209926" cy="560639"/>
            </a:xfrm>
            <a:custGeom>
              <a:avLst/>
              <a:gdLst/>
              <a:ahLst/>
              <a:cxnLst/>
              <a:rect l="l" t="t" r="r" b="b"/>
              <a:pathLst>
                <a:path w="209926" h="560639">
                  <a:moveTo>
                    <a:pt x="209926" y="6328"/>
                  </a:moveTo>
                  <a:lnTo>
                    <a:pt x="144016" y="560639"/>
                  </a:lnTo>
                  <a:lnTo>
                    <a:pt x="0" y="51574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3" name="Polygon 803"/>
            <p:cNvSpPr/>
            <p:nvPr/>
          </p:nvSpPr>
          <p:spPr>
            <a:xfrm>
              <a:off x="6474335" y="3770329"/>
              <a:ext cx="209926" cy="416129"/>
            </a:xfrm>
            <a:custGeom>
              <a:avLst/>
              <a:gdLst/>
              <a:ahLst/>
              <a:cxnLst/>
              <a:rect l="l" t="t" r="r" b="b"/>
              <a:pathLst>
                <a:path w="209926" h="416129">
                  <a:moveTo>
                    <a:pt x="209926" y="370705"/>
                  </a:moveTo>
                  <a:lnTo>
                    <a:pt x="144016" y="416129"/>
                  </a:lnTo>
                  <a:lnTo>
                    <a:pt x="0" y="1800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4" name="Polygon 804"/>
            <p:cNvSpPr/>
            <p:nvPr/>
          </p:nvSpPr>
          <p:spPr>
            <a:xfrm>
              <a:off x="2790892" y="4055074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18"/>
                  </a:moveTo>
                  <a:lnTo>
                    <a:pt x="144016" y="113420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5" name="Polygon 805"/>
            <p:cNvSpPr/>
            <p:nvPr/>
          </p:nvSpPr>
          <p:spPr>
            <a:xfrm>
              <a:off x="7260326" y="4295213"/>
              <a:ext cx="209926" cy="83659"/>
            </a:xfrm>
            <a:custGeom>
              <a:avLst/>
              <a:gdLst/>
              <a:ahLst/>
              <a:cxnLst/>
              <a:rect l="l" t="t" r="r" b="b"/>
              <a:pathLst>
                <a:path w="209926" h="83659">
                  <a:moveTo>
                    <a:pt x="209926" y="0"/>
                  </a:moveTo>
                  <a:lnTo>
                    <a:pt x="144016" y="46210"/>
                  </a:lnTo>
                  <a:lnTo>
                    <a:pt x="0" y="83659"/>
                  </a:lnTo>
                  <a:lnTo>
                    <a:pt x="65910" y="59871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6" name="Polygon 806"/>
            <p:cNvSpPr/>
            <p:nvPr/>
          </p:nvSpPr>
          <p:spPr>
            <a:xfrm>
              <a:off x="8532081" y="4062579"/>
              <a:ext cx="209926" cy="113454"/>
            </a:xfrm>
            <a:custGeom>
              <a:avLst/>
              <a:gdLst/>
              <a:ahLst/>
              <a:cxnLst/>
              <a:rect l="l" t="t" r="r" b="b"/>
              <a:pathLst>
                <a:path w="209926" h="113454">
                  <a:moveTo>
                    <a:pt x="209926" y="35822"/>
                  </a:moveTo>
                  <a:lnTo>
                    <a:pt x="144016" y="113454"/>
                  </a:lnTo>
                  <a:lnTo>
                    <a:pt x="0" y="774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7" name="Polygon 807"/>
            <p:cNvSpPr/>
            <p:nvPr/>
          </p:nvSpPr>
          <p:spPr>
            <a:xfrm>
              <a:off x="5280687" y="4498938"/>
              <a:ext cx="209926" cy="146058"/>
            </a:xfrm>
            <a:custGeom>
              <a:avLst/>
              <a:gdLst/>
              <a:ahLst/>
              <a:cxnLst/>
              <a:rect l="l" t="t" r="r" b="b"/>
              <a:pathLst>
                <a:path w="209926" h="146058">
                  <a:moveTo>
                    <a:pt x="209926" y="127303"/>
                  </a:moveTo>
                  <a:lnTo>
                    <a:pt x="144016" y="146058"/>
                  </a:lnTo>
                  <a:lnTo>
                    <a:pt x="0" y="326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8" name="Polygon 808"/>
            <p:cNvSpPr/>
            <p:nvPr/>
          </p:nvSpPr>
          <p:spPr>
            <a:xfrm>
              <a:off x="7824195" y="4102633"/>
              <a:ext cx="209926" cy="95147"/>
            </a:xfrm>
            <a:custGeom>
              <a:avLst/>
              <a:gdLst/>
              <a:ahLst/>
              <a:cxnLst/>
              <a:rect l="l" t="t" r="r" b="b"/>
              <a:pathLst>
                <a:path w="209926" h="95147">
                  <a:moveTo>
                    <a:pt x="209926" y="16678"/>
                  </a:moveTo>
                  <a:lnTo>
                    <a:pt x="144016" y="95147"/>
                  </a:lnTo>
                  <a:lnTo>
                    <a:pt x="0" y="801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09" name="Polygon 809"/>
            <p:cNvSpPr/>
            <p:nvPr/>
          </p:nvSpPr>
          <p:spPr>
            <a:xfrm>
              <a:off x="8178138" y="4069981"/>
              <a:ext cx="209926" cy="111884"/>
            </a:xfrm>
            <a:custGeom>
              <a:avLst/>
              <a:gdLst/>
              <a:ahLst/>
              <a:cxnLst/>
              <a:rect l="l" t="t" r="r" b="b"/>
              <a:pathLst>
                <a:path w="209926" h="111884">
                  <a:moveTo>
                    <a:pt x="209926" y="34355"/>
                  </a:moveTo>
                  <a:lnTo>
                    <a:pt x="144016" y="111884"/>
                  </a:lnTo>
                  <a:lnTo>
                    <a:pt x="0" y="77915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0" name="Polygon 810"/>
            <p:cNvSpPr/>
            <p:nvPr/>
          </p:nvSpPr>
          <p:spPr>
            <a:xfrm>
              <a:off x="5844555" y="4256774"/>
              <a:ext cx="209926" cy="309959"/>
            </a:xfrm>
            <a:custGeom>
              <a:avLst/>
              <a:gdLst/>
              <a:ahLst/>
              <a:cxnLst/>
              <a:rect l="l" t="t" r="r" b="b"/>
              <a:pathLst>
                <a:path w="209926" h="309959">
                  <a:moveTo>
                    <a:pt x="209926" y="10863"/>
                  </a:moveTo>
                  <a:lnTo>
                    <a:pt x="144016" y="266307"/>
                  </a:lnTo>
                  <a:lnTo>
                    <a:pt x="0" y="3099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2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1" name="Polygon 811"/>
            <p:cNvSpPr/>
            <p:nvPr/>
          </p:nvSpPr>
          <p:spPr>
            <a:xfrm>
              <a:off x="5136671" y="4343330"/>
              <a:ext cx="209926" cy="188232"/>
            </a:xfrm>
            <a:custGeom>
              <a:avLst/>
              <a:gdLst/>
              <a:ahLst/>
              <a:cxnLst/>
              <a:rect l="l" t="t" r="r" b="b"/>
              <a:pathLst>
                <a:path w="209926" h="188232">
                  <a:moveTo>
                    <a:pt x="209926" y="155608"/>
                  </a:moveTo>
                  <a:lnTo>
                    <a:pt x="144016" y="188232"/>
                  </a:lnTo>
                  <a:lnTo>
                    <a:pt x="0" y="507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2" name="Polygon 812"/>
            <p:cNvSpPr/>
            <p:nvPr/>
          </p:nvSpPr>
          <p:spPr>
            <a:xfrm>
              <a:off x="4704621" y="3992692"/>
              <a:ext cx="209926" cy="161227"/>
            </a:xfrm>
            <a:custGeom>
              <a:avLst/>
              <a:gdLst/>
              <a:ahLst/>
              <a:cxnLst/>
              <a:rect l="l" t="t" r="r" b="b"/>
              <a:pathLst>
                <a:path w="209926" h="161227">
                  <a:moveTo>
                    <a:pt x="209926" y="80343"/>
                  </a:moveTo>
                  <a:lnTo>
                    <a:pt x="144016" y="161227"/>
                  </a:lnTo>
                  <a:lnTo>
                    <a:pt x="0" y="8764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3" name="Polygon 813"/>
            <p:cNvSpPr/>
            <p:nvPr/>
          </p:nvSpPr>
          <p:spPr>
            <a:xfrm>
              <a:off x="5663951" y="1968461"/>
              <a:ext cx="209927" cy="645860"/>
            </a:xfrm>
            <a:custGeom>
              <a:avLst/>
              <a:gdLst/>
              <a:ahLst/>
              <a:cxnLst/>
              <a:rect l="l" t="t" r="r" b="b"/>
              <a:pathLst>
                <a:path w="209927" h="645860">
                  <a:moveTo>
                    <a:pt x="209927" y="58720"/>
                  </a:moveTo>
                  <a:lnTo>
                    <a:pt x="144017" y="0"/>
                  </a:lnTo>
                  <a:lnTo>
                    <a:pt x="0" y="641977"/>
                  </a:lnTo>
                  <a:lnTo>
                    <a:pt x="65910" y="645860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4" name="Polygon 814"/>
            <p:cNvSpPr/>
            <p:nvPr/>
          </p:nvSpPr>
          <p:spPr>
            <a:xfrm>
              <a:off x="3996736" y="405563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24771"/>
                  </a:moveTo>
                  <a:lnTo>
                    <a:pt x="144016" y="113424"/>
                  </a:lnTo>
                  <a:lnTo>
                    <a:pt x="0" y="841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5" name="Polygon 815"/>
            <p:cNvSpPr/>
            <p:nvPr/>
          </p:nvSpPr>
          <p:spPr>
            <a:xfrm>
              <a:off x="3642793" y="4075747"/>
              <a:ext cx="209926" cy="113014"/>
            </a:xfrm>
            <a:custGeom>
              <a:avLst/>
              <a:gdLst/>
              <a:ahLst/>
              <a:cxnLst/>
              <a:rect l="l" t="t" r="r" b="b"/>
              <a:pathLst>
                <a:path w="209926" h="113014">
                  <a:moveTo>
                    <a:pt x="209926" y="32969"/>
                  </a:moveTo>
                  <a:lnTo>
                    <a:pt x="144016" y="113014"/>
                  </a:lnTo>
                  <a:lnTo>
                    <a:pt x="0" y="787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6" name="Polygon 816"/>
            <p:cNvSpPr/>
            <p:nvPr/>
          </p:nvSpPr>
          <p:spPr>
            <a:xfrm>
              <a:off x="5424703" y="4626241"/>
              <a:ext cx="209926" cy="83549"/>
            </a:xfrm>
            <a:custGeom>
              <a:avLst/>
              <a:gdLst/>
              <a:ahLst/>
              <a:cxnLst/>
              <a:rect l="l" t="t" r="r" b="b"/>
              <a:pathLst>
                <a:path w="209926" h="83549">
                  <a:moveTo>
                    <a:pt x="209926" y="69994"/>
                  </a:moveTo>
                  <a:lnTo>
                    <a:pt x="144016" y="83549"/>
                  </a:lnTo>
                  <a:lnTo>
                    <a:pt x="0" y="187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7" name="Polygon 817"/>
            <p:cNvSpPr/>
            <p:nvPr/>
          </p:nvSpPr>
          <p:spPr>
            <a:xfrm>
              <a:off x="4992654" y="4193032"/>
              <a:ext cx="209927" cy="201073"/>
            </a:xfrm>
            <a:custGeom>
              <a:avLst/>
              <a:gdLst/>
              <a:ahLst/>
              <a:cxnLst/>
              <a:rect l="l" t="t" r="r" b="b"/>
              <a:pathLst>
                <a:path w="209927" h="201073">
                  <a:moveTo>
                    <a:pt x="209927" y="150299"/>
                  </a:moveTo>
                  <a:lnTo>
                    <a:pt x="144017" y="201073"/>
                  </a:lnTo>
                  <a:lnTo>
                    <a:pt x="0" y="681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8" name="Polygon 818"/>
            <p:cNvSpPr/>
            <p:nvPr/>
          </p:nvSpPr>
          <p:spPr>
            <a:xfrm>
              <a:off x="3288851" y="4084075"/>
              <a:ext cx="209926" cy="113341"/>
            </a:xfrm>
            <a:custGeom>
              <a:avLst/>
              <a:gdLst/>
              <a:ahLst/>
              <a:cxnLst/>
              <a:rect l="l" t="t" r="r" b="b"/>
              <a:pathLst>
                <a:path w="209926" h="113341">
                  <a:moveTo>
                    <a:pt x="209926" y="35382"/>
                  </a:moveTo>
                  <a:lnTo>
                    <a:pt x="144016" y="113341"/>
                  </a:lnTo>
                  <a:lnTo>
                    <a:pt x="0" y="778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19" name="Polygon 819"/>
            <p:cNvSpPr/>
            <p:nvPr/>
          </p:nvSpPr>
          <p:spPr>
            <a:xfrm>
              <a:off x="4350679" y="4010123"/>
              <a:ext cx="209926" cy="123292"/>
            </a:xfrm>
            <a:custGeom>
              <a:avLst/>
              <a:gdLst/>
              <a:ahLst/>
              <a:cxnLst/>
              <a:rect l="l" t="t" r="r" b="b"/>
              <a:pathLst>
                <a:path w="209926" h="123292">
                  <a:moveTo>
                    <a:pt x="209926" y="25953"/>
                  </a:moveTo>
                  <a:lnTo>
                    <a:pt x="144016" y="123292"/>
                  </a:lnTo>
                  <a:lnTo>
                    <a:pt x="0" y="943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0" name="Polygon 820"/>
            <p:cNvSpPr/>
            <p:nvPr/>
          </p:nvSpPr>
          <p:spPr>
            <a:xfrm>
              <a:off x="4848637" y="4073036"/>
              <a:ext cx="209926" cy="188116"/>
            </a:xfrm>
            <a:custGeom>
              <a:avLst/>
              <a:gdLst/>
              <a:ahLst/>
              <a:cxnLst/>
              <a:rect l="l" t="t" r="r" b="b"/>
              <a:pathLst>
                <a:path w="209926" h="188116">
                  <a:moveTo>
                    <a:pt x="209926" y="119996"/>
                  </a:moveTo>
                  <a:lnTo>
                    <a:pt x="144016" y="188116"/>
                  </a:lnTo>
                  <a:lnTo>
                    <a:pt x="0" y="808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1" name="Polygon 821"/>
            <p:cNvSpPr/>
            <p:nvPr/>
          </p:nvSpPr>
          <p:spPr>
            <a:xfrm>
              <a:off x="5766449" y="3676133"/>
              <a:ext cx="209926" cy="580641"/>
            </a:xfrm>
            <a:custGeom>
              <a:avLst/>
              <a:gdLst/>
              <a:ahLst/>
              <a:cxnLst/>
              <a:rect l="l" t="t" r="r" b="b"/>
              <a:pathLst>
                <a:path w="209926" h="580641">
                  <a:moveTo>
                    <a:pt x="209926" y="64895"/>
                  </a:moveTo>
                  <a:lnTo>
                    <a:pt x="144016" y="580641"/>
                  </a:lnTo>
                  <a:lnTo>
                    <a:pt x="0" y="5543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64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2" name="Polygon 822"/>
            <p:cNvSpPr/>
            <p:nvPr/>
          </p:nvSpPr>
          <p:spPr>
            <a:xfrm>
              <a:off x="5466220" y="2624724"/>
              <a:ext cx="209927" cy="803832"/>
            </a:xfrm>
            <a:custGeom>
              <a:avLst/>
              <a:gdLst/>
              <a:ahLst/>
              <a:cxnLst/>
              <a:rect l="l" t="t" r="r" b="b"/>
              <a:pathLst>
                <a:path w="209927" h="803832">
                  <a:moveTo>
                    <a:pt x="209927" y="0"/>
                  </a:moveTo>
                  <a:lnTo>
                    <a:pt x="144017" y="554322"/>
                  </a:lnTo>
                  <a:lnTo>
                    <a:pt x="0" y="803832"/>
                  </a:lnTo>
                  <a:lnTo>
                    <a:pt x="65910" y="440898"/>
                  </a:lnTo>
                  <a:close/>
                </a:path>
              </a:pathLst>
            </a:custGeom>
            <a:solidFill>
              <a:srgbClr val="B3318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3" name="Polygon 823"/>
            <p:cNvSpPr/>
            <p:nvPr/>
          </p:nvSpPr>
          <p:spPr>
            <a:xfrm>
              <a:off x="2934908" y="4090692"/>
              <a:ext cx="209926" cy="113414"/>
            </a:xfrm>
            <a:custGeom>
              <a:avLst/>
              <a:gdLst/>
              <a:ahLst/>
              <a:cxnLst/>
              <a:rect l="l" t="t" r="r" b="b"/>
              <a:pathLst>
                <a:path w="209926" h="113414">
                  <a:moveTo>
                    <a:pt x="209926" y="35614"/>
                  </a:moveTo>
                  <a:lnTo>
                    <a:pt x="144016" y="113414"/>
                  </a:lnTo>
                  <a:lnTo>
                    <a:pt x="0" y="778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4" name="Polygon 824"/>
            <p:cNvSpPr/>
            <p:nvPr/>
          </p:nvSpPr>
          <p:spPr>
            <a:xfrm>
              <a:off x="6449942" y="2169627"/>
              <a:ext cx="209927" cy="798414"/>
            </a:xfrm>
            <a:custGeom>
              <a:avLst/>
              <a:gdLst/>
              <a:ahLst/>
              <a:cxnLst/>
              <a:rect l="l" t="t" r="r" b="b"/>
              <a:pathLst>
                <a:path w="209927" h="798414">
                  <a:moveTo>
                    <a:pt x="209927" y="798414"/>
                  </a:moveTo>
                  <a:lnTo>
                    <a:pt x="144017" y="658362"/>
                  </a:lnTo>
                  <a:lnTo>
                    <a:pt x="0" y="0"/>
                  </a:lnTo>
                  <a:lnTo>
                    <a:pt x="65910" y="286293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5" name="Polygon 825"/>
            <p:cNvSpPr/>
            <p:nvPr/>
          </p:nvSpPr>
          <p:spPr>
            <a:xfrm>
              <a:off x="7050399" y="4378872"/>
              <a:ext cx="209927" cy="41931"/>
            </a:xfrm>
            <a:custGeom>
              <a:avLst/>
              <a:gdLst/>
              <a:ahLst/>
              <a:cxnLst/>
              <a:rect l="l" t="t" r="r" b="b"/>
              <a:pathLst>
                <a:path w="209927" h="41931">
                  <a:moveTo>
                    <a:pt x="209927" y="0"/>
                  </a:moveTo>
                  <a:lnTo>
                    <a:pt x="144017" y="7110"/>
                  </a:lnTo>
                  <a:lnTo>
                    <a:pt x="0" y="17897"/>
                  </a:lnTo>
                  <a:lnTo>
                    <a:pt x="65910" y="41931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6" name="Polygon 826"/>
            <p:cNvSpPr/>
            <p:nvPr/>
          </p:nvSpPr>
          <p:spPr>
            <a:xfrm>
              <a:off x="5778645" y="4523081"/>
              <a:ext cx="209926" cy="174383"/>
            </a:xfrm>
            <a:custGeom>
              <a:avLst/>
              <a:gdLst/>
              <a:ahLst/>
              <a:cxnLst/>
              <a:rect l="l" t="t" r="r" b="b"/>
              <a:pathLst>
                <a:path w="209926" h="174383">
                  <a:moveTo>
                    <a:pt x="209926" y="0"/>
                  </a:moveTo>
                  <a:lnTo>
                    <a:pt x="144016" y="118303"/>
                  </a:lnTo>
                  <a:lnTo>
                    <a:pt x="0" y="174383"/>
                  </a:lnTo>
                  <a:lnTo>
                    <a:pt x="65910" y="43652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7" name="Polygon 827"/>
            <p:cNvSpPr/>
            <p:nvPr/>
          </p:nvSpPr>
          <p:spPr>
            <a:xfrm>
              <a:off x="2580965" y="4097269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2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8" name="Polygon 828"/>
            <p:cNvSpPr/>
            <p:nvPr/>
          </p:nvSpPr>
          <p:spPr>
            <a:xfrm>
              <a:off x="7614269" y="4182769"/>
              <a:ext cx="209926" cy="79675"/>
            </a:xfrm>
            <a:custGeom>
              <a:avLst/>
              <a:gdLst/>
              <a:ahLst/>
              <a:cxnLst/>
              <a:rect l="l" t="t" r="r" b="b"/>
              <a:pathLst>
                <a:path w="209926" h="79675">
                  <a:moveTo>
                    <a:pt x="209926" y="0"/>
                  </a:moveTo>
                  <a:lnTo>
                    <a:pt x="144016" y="75488"/>
                  </a:lnTo>
                  <a:lnTo>
                    <a:pt x="0" y="79675"/>
                  </a:lnTo>
                  <a:lnTo>
                    <a:pt x="65910" y="7691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29" name="Polygon 829"/>
            <p:cNvSpPr/>
            <p:nvPr/>
          </p:nvSpPr>
          <p:spPr>
            <a:xfrm>
              <a:off x="8676097" y="4098401"/>
              <a:ext cx="209926" cy="113493"/>
            </a:xfrm>
            <a:custGeom>
              <a:avLst/>
              <a:gdLst/>
              <a:ahLst/>
              <a:cxnLst/>
              <a:rect l="l" t="t" r="r" b="b"/>
              <a:pathLst>
                <a:path w="209926" h="113493">
                  <a:moveTo>
                    <a:pt x="209926" y="35761"/>
                  </a:moveTo>
                  <a:lnTo>
                    <a:pt x="144016" y="113493"/>
                  </a:lnTo>
                  <a:lnTo>
                    <a:pt x="0" y="776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0" name="Polygon 830"/>
            <p:cNvSpPr/>
            <p:nvPr/>
          </p:nvSpPr>
          <p:spPr>
            <a:xfrm>
              <a:off x="6462139" y="2824107"/>
              <a:ext cx="209926" cy="790317"/>
            </a:xfrm>
            <a:custGeom>
              <a:avLst/>
              <a:gdLst/>
              <a:ahLst/>
              <a:cxnLst/>
              <a:rect l="l" t="t" r="r" b="b"/>
              <a:pathLst>
                <a:path w="209926" h="790317">
                  <a:moveTo>
                    <a:pt x="209926" y="683222"/>
                  </a:moveTo>
                  <a:lnTo>
                    <a:pt x="144016" y="790317"/>
                  </a:lnTo>
                  <a:lnTo>
                    <a:pt x="0" y="1595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1" name="Polygon 831"/>
            <p:cNvSpPr/>
            <p:nvPr/>
          </p:nvSpPr>
          <p:spPr>
            <a:xfrm>
              <a:off x="8322154" y="4104336"/>
              <a:ext cx="209926" cy="113301"/>
            </a:xfrm>
            <a:custGeom>
              <a:avLst/>
              <a:gdLst/>
              <a:ahLst/>
              <a:cxnLst/>
              <a:rect l="l" t="t" r="r" b="b"/>
              <a:pathLst>
                <a:path w="209926" h="113301">
                  <a:moveTo>
                    <a:pt x="209926" y="35734"/>
                  </a:moveTo>
                  <a:lnTo>
                    <a:pt x="144016" y="113301"/>
                  </a:lnTo>
                  <a:lnTo>
                    <a:pt x="0" y="775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2" name="Polygon 832"/>
            <p:cNvSpPr/>
            <p:nvPr/>
          </p:nvSpPr>
          <p:spPr>
            <a:xfrm>
              <a:off x="6552441" y="4186458"/>
              <a:ext cx="209926" cy="141897"/>
            </a:xfrm>
            <a:custGeom>
              <a:avLst/>
              <a:gdLst/>
              <a:ahLst/>
              <a:cxnLst/>
              <a:rect l="l" t="t" r="r" b="b"/>
              <a:pathLst>
                <a:path w="209926" h="141897">
                  <a:moveTo>
                    <a:pt x="209926" y="141897"/>
                  </a:moveTo>
                  <a:lnTo>
                    <a:pt x="144016" y="120566"/>
                  </a:lnTo>
                  <a:lnTo>
                    <a:pt x="0" y="468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3" name="Polygon 833"/>
            <p:cNvSpPr/>
            <p:nvPr/>
          </p:nvSpPr>
          <p:spPr>
            <a:xfrm>
              <a:off x="7968211" y="4119311"/>
              <a:ext cx="209927" cy="106435"/>
            </a:xfrm>
            <a:custGeom>
              <a:avLst/>
              <a:gdLst/>
              <a:ahLst/>
              <a:cxnLst/>
              <a:rect l="l" t="t" r="r" b="b"/>
              <a:pathLst>
                <a:path w="209927" h="106435">
                  <a:moveTo>
                    <a:pt x="209927" y="28585"/>
                  </a:moveTo>
                  <a:lnTo>
                    <a:pt x="144017" y="106435"/>
                  </a:lnTo>
                  <a:lnTo>
                    <a:pt x="0" y="784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4" name="Polygon 834"/>
            <p:cNvSpPr/>
            <p:nvPr/>
          </p:nvSpPr>
          <p:spPr>
            <a:xfrm>
              <a:off x="5910465" y="3741028"/>
              <a:ext cx="209926" cy="526610"/>
            </a:xfrm>
            <a:custGeom>
              <a:avLst/>
              <a:gdLst/>
              <a:ahLst/>
              <a:cxnLst/>
              <a:rect l="l" t="t" r="r" b="b"/>
              <a:pathLst>
                <a:path w="209926" h="526610">
                  <a:moveTo>
                    <a:pt x="209926" y="113704"/>
                  </a:moveTo>
                  <a:lnTo>
                    <a:pt x="144016" y="526610"/>
                  </a:lnTo>
                  <a:lnTo>
                    <a:pt x="0" y="5157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6104A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5" name="Polygon 835"/>
            <p:cNvSpPr/>
            <p:nvPr/>
          </p:nvSpPr>
          <p:spPr>
            <a:xfrm>
              <a:off x="3786809" y="4108715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1070"/>
                  </a:moveTo>
                  <a:lnTo>
                    <a:pt x="144016" y="113424"/>
                  </a:lnTo>
                  <a:lnTo>
                    <a:pt x="0" y="8004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6" name="Polygon 836"/>
            <p:cNvSpPr/>
            <p:nvPr/>
          </p:nvSpPr>
          <p:spPr>
            <a:xfrm>
              <a:off x="5568719" y="4696235"/>
              <a:ext cx="209926" cy="19984"/>
            </a:xfrm>
            <a:custGeom>
              <a:avLst/>
              <a:gdLst/>
              <a:ahLst/>
              <a:cxnLst/>
              <a:rect l="l" t="t" r="r" b="b"/>
              <a:pathLst>
                <a:path w="209926" h="19984">
                  <a:moveTo>
                    <a:pt x="209926" y="1229"/>
                  </a:moveTo>
                  <a:lnTo>
                    <a:pt x="144016" y="19984"/>
                  </a:lnTo>
                  <a:lnTo>
                    <a:pt x="0" y="135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15088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7" name="Polygon 837"/>
            <p:cNvSpPr/>
            <p:nvPr/>
          </p:nvSpPr>
          <p:spPr>
            <a:xfrm>
              <a:off x="4140752" y="4080402"/>
              <a:ext cx="209927" cy="117534"/>
            </a:xfrm>
            <a:custGeom>
              <a:avLst/>
              <a:gdLst/>
              <a:ahLst/>
              <a:cxnLst/>
              <a:rect l="l" t="t" r="r" b="b"/>
              <a:pathLst>
                <a:path w="209927" h="117534">
                  <a:moveTo>
                    <a:pt x="209927" y="24106"/>
                  </a:moveTo>
                  <a:lnTo>
                    <a:pt x="144017" y="117534"/>
                  </a:lnTo>
                  <a:lnTo>
                    <a:pt x="0" y="886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8" name="Polygon 838"/>
            <p:cNvSpPr/>
            <p:nvPr/>
          </p:nvSpPr>
          <p:spPr>
            <a:xfrm>
              <a:off x="6408425" y="3950342"/>
              <a:ext cx="209926" cy="282973"/>
            </a:xfrm>
            <a:custGeom>
              <a:avLst/>
              <a:gdLst/>
              <a:ahLst/>
              <a:cxnLst/>
              <a:rect l="l" t="t" r="r" b="b"/>
              <a:pathLst>
                <a:path w="209926" h="282973">
                  <a:moveTo>
                    <a:pt x="209926" y="236116"/>
                  </a:moveTo>
                  <a:lnTo>
                    <a:pt x="144016" y="282973"/>
                  </a:lnTo>
                  <a:lnTo>
                    <a:pt x="0" y="1754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39" name="Polygon 839"/>
            <p:cNvSpPr/>
            <p:nvPr/>
          </p:nvSpPr>
          <p:spPr>
            <a:xfrm>
              <a:off x="5544327" y="2996794"/>
              <a:ext cx="209926" cy="715492"/>
            </a:xfrm>
            <a:custGeom>
              <a:avLst/>
              <a:gdLst/>
              <a:ahLst/>
              <a:cxnLst/>
              <a:rect l="l" t="t" r="r" b="b"/>
              <a:pathLst>
                <a:path w="209926" h="715492">
                  <a:moveTo>
                    <a:pt x="209926" y="0"/>
                  </a:moveTo>
                  <a:lnTo>
                    <a:pt x="144016" y="673011"/>
                  </a:lnTo>
                  <a:lnTo>
                    <a:pt x="0" y="715492"/>
                  </a:lnTo>
                  <a:lnTo>
                    <a:pt x="65910" y="182252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0" name="Polygon 840"/>
            <p:cNvSpPr/>
            <p:nvPr/>
          </p:nvSpPr>
          <p:spPr>
            <a:xfrm>
              <a:off x="3432867" y="4119457"/>
              <a:ext cx="209926" cy="113324"/>
            </a:xfrm>
            <a:custGeom>
              <a:avLst/>
              <a:gdLst/>
              <a:ahLst/>
              <a:cxnLst/>
              <a:rect l="l" t="t" r="r" b="b"/>
              <a:pathLst>
                <a:path w="209926" h="113324">
                  <a:moveTo>
                    <a:pt x="209926" y="34993"/>
                  </a:moveTo>
                  <a:lnTo>
                    <a:pt x="144016" y="113324"/>
                  </a:lnTo>
                  <a:lnTo>
                    <a:pt x="0" y="779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1" name="Polygon 841"/>
            <p:cNvSpPr/>
            <p:nvPr/>
          </p:nvSpPr>
          <p:spPr>
            <a:xfrm>
              <a:off x="4494695" y="4036076"/>
              <a:ext cx="209926" cy="138958"/>
            </a:xfrm>
            <a:custGeom>
              <a:avLst/>
              <a:gdLst/>
              <a:ahLst/>
              <a:cxnLst/>
              <a:rect l="l" t="t" r="r" b="b"/>
              <a:pathLst>
                <a:path w="209926" h="138958">
                  <a:moveTo>
                    <a:pt x="209926" y="44266"/>
                  </a:moveTo>
                  <a:lnTo>
                    <a:pt x="144016" y="138958"/>
                  </a:lnTo>
                  <a:lnTo>
                    <a:pt x="0" y="973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2" name="Polygon 842"/>
            <p:cNvSpPr/>
            <p:nvPr/>
          </p:nvSpPr>
          <p:spPr>
            <a:xfrm>
              <a:off x="7404343" y="4262444"/>
              <a:ext cx="209926" cy="78978"/>
            </a:xfrm>
            <a:custGeom>
              <a:avLst/>
              <a:gdLst/>
              <a:ahLst/>
              <a:cxnLst/>
              <a:rect l="l" t="t" r="r" b="b"/>
              <a:pathLst>
                <a:path w="209926" h="78978">
                  <a:moveTo>
                    <a:pt x="209926" y="0"/>
                  </a:moveTo>
                  <a:lnTo>
                    <a:pt x="144016" y="62268"/>
                  </a:lnTo>
                  <a:lnTo>
                    <a:pt x="0" y="78978"/>
                  </a:lnTo>
                  <a:lnTo>
                    <a:pt x="65910" y="32769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3" name="Polygon 843"/>
            <p:cNvSpPr/>
            <p:nvPr/>
          </p:nvSpPr>
          <p:spPr>
            <a:xfrm>
              <a:off x="3078924" y="4126306"/>
              <a:ext cx="209927" cy="113406"/>
            </a:xfrm>
            <a:custGeom>
              <a:avLst/>
              <a:gdLst/>
              <a:ahLst/>
              <a:cxnLst/>
              <a:rect l="l" t="t" r="r" b="b"/>
              <a:pathLst>
                <a:path w="209927" h="113406">
                  <a:moveTo>
                    <a:pt x="209927" y="35589"/>
                  </a:moveTo>
                  <a:lnTo>
                    <a:pt x="144017" y="113406"/>
                  </a:lnTo>
                  <a:lnTo>
                    <a:pt x="0" y="778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4" name="Polygon 844"/>
            <p:cNvSpPr/>
            <p:nvPr/>
          </p:nvSpPr>
          <p:spPr>
            <a:xfrm>
              <a:off x="6696457" y="4307024"/>
              <a:ext cx="209926" cy="81171"/>
            </a:xfrm>
            <a:custGeom>
              <a:avLst/>
              <a:gdLst/>
              <a:ahLst/>
              <a:cxnLst/>
              <a:rect l="l" t="t" r="r" b="b"/>
              <a:pathLst>
                <a:path w="209926" h="81171">
                  <a:moveTo>
                    <a:pt x="209926" y="81171"/>
                  </a:moveTo>
                  <a:lnTo>
                    <a:pt x="144016" y="44296"/>
                  </a:lnTo>
                  <a:lnTo>
                    <a:pt x="0" y="0"/>
                  </a:lnTo>
                  <a:lnTo>
                    <a:pt x="65910" y="21331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5" name="Polygon 845"/>
            <p:cNvSpPr/>
            <p:nvPr/>
          </p:nvSpPr>
          <p:spPr>
            <a:xfrm>
              <a:off x="5988571" y="4267637"/>
              <a:ext cx="209927" cy="255443"/>
            </a:xfrm>
            <a:custGeom>
              <a:avLst/>
              <a:gdLst/>
              <a:ahLst/>
              <a:cxnLst/>
              <a:rect l="l" t="t" r="r" b="b"/>
              <a:pathLst>
                <a:path w="209927" h="255443">
                  <a:moveTo>
                    <a:pt x="209927" y="3222"/>
                  </a:moveTo>
                  <a:lnTo>
                    <a:pt x="144017" y="187322"/>
                  </a:lnTo>
                  <a:lnTo>
                    <a:pt x="0" y="2554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B06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6" name="Polygon 846"/>
            <p:cNvSpPr/>
            <p:nvPr/>
          </p:nvSpPr>
          <p:spPr>
            <a:xfrm>
              <a:off x="2724982" y="4132881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13"/>
                  </a:moveTo>
                  <a:lnTo>
                    <a:pt x="144016" y="113422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7" name="Polygon 847"/>
            <p:cNvSpPr/>
            <p:nvPr/>
          </p:nvSpPr>
          <p:spPr>
            <a:xfrm>
              <a:off x="6054481" y="3854731"/>
              <a:ext cx="209927" cy="416128"/>
            </a:xfrm>
            <a:custGeom>
              <a:avLst/>
              <a:gdLst/>
              <a:ahLst/>
              <a:cxnLst/>
              <a:rect l="l" t="t" r="r" b="b"/>
              <a:pathLst>
                <a:path w="209927" h="416128">
                  <a:moveTo>
                    <a:pt x="209927" y="137812"/>
                  </a:moveTo>
                  <a:lnTo>
                    <a:pt x="144017" y="416128"/>
                  </a:lnTo>
                  <a:lnTo>
                    <a:pt x="0" y="4129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C04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8" name="Polygon 848"/>
            <p:cNvSpPr/>
            <p:nvPr/>
          </p:nvSpPr>
          <p:spPr>
            <a:xfrm>
              <a:off x="6396229" y="2983615"/>
              <a:ext cx="209926" cy="786715"/>
            </a:xfrm>
            <a:custGeom>
              <a:avLst/>
              <a:gdLst/>
              <a:ahLst/>
              <a:cxnLst/>
              <a:rect l="l" t="t" r="r" b="b"/>
              <a:pathLst>
                <a:path w="209926" h="786715">
                  <a:moveTo>
                    <a:pt x="209926" y="630809"/>
                  </a:moveTo>
                  <a:lnTo>
                    <a:pt x="144016" y="786715"/>
                  </a:lnTo>
                  <a:lnTo>
                    <a:pt x="0" y="29567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49" name="Polygon 849"/>
            <p:cNvSpPr/>
            <p:nvPr/>
          </p:nvSpPr>
          <p:spPr>
            <a:xfrm>
              <a:off x="8466171" y="4140070"/>
              <a:ext cx="209926" cy="113638"/>
            </a:xfrm>
            <a:custGeom>
              <a:avLst/>
              <a:gdLst/>
              <a:ahLst/>
              <a:cxnLst/>
              <a:rect l="l" t="t" r="r" b="b"/>
              <a:pathLst>
                <a:path w="209926" h="113638">
                  <a:moveTo>
                    <a:pt x="209926" y="35964"/>
                  </a:moveTo>
                  <a:lnTo>
                    <a:pt x="144016" y="113638"/>
                  </a:lnTo>
                  <a:lnTo>
                    <a:pt x="0" y="775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0" name="Polygon 850"/>
            <p:cNvSpPr/>
            <p:nvPr/>
          </p:nvSpPr>
          <p:spPr>
            <a:xfrm>
              <a:off x="7758285" y="4182769"/>
              <a:ext cx="209926" cy="92166"/>
            </a:xfrm>
            <a:custGeom>
              <a:avLst/>
              <a:gdLst/>
              <a:ahLst/>
              <a:cxnLst/>
              <a:rect l="l" t="t" r="r" b="b"/>
              <a:pathLst>
                <a:path w="209926" h="92166">
                  <a:moveTo>
                    <a:pt x="209926" y="15010"/>
                  </a:moveTo>
                  <a:lnTo>
                    <a:pt x="144016" y="92166"/>
                  </a:lnTo>
                  <a:lnTo>
                    <a:pt x="0" y="754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1" name="Polygon 851"/>
            <p:cNvSpPr/>
            <p:nvPr/>
          </p:nvSpPr>
          <p:spPr>
            <a:xfrm>
              <a:off x="8112228" y="4147896"/>
              <a:ext cx="209926" cy="111675"/>
            </a:xfrm>
            <a:custGeom>
              <a:avLst/>
              <a:gdLst/>
              <a:ahLst/>
              <a:cxnLst/>
              <a:rect l="l" t="t" r="r" b="b"/>
              <a:pathLst>
                <a:path w="209926" h="111675">
                  <a:moveTo>
                    <a:pt x="209926" y="33969"/>
                  </a:moveTo>
                  <a:lnTo>
                    <a:pt x="144016" y="111675"/>
                  </a:lnTo>
                  <a:lnTo>
                    <a:pt x="0" y="778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2" name="Polygon 852"/>
            <p:cNvSpPr/>
            <p:nvPr/>
          </p:nvSpPr>
          <p:spPr>
            <a:xfrm>
              <a:off x="6264409" y="3642224"/>
              <a:ext cx="209926" cy="483610"/>
            </a:xfrm>
            <a:custGeom>
              <a:avLst/>
              <a:gdLst/>
              <a:ahLst/>
              <a:cxnLst/>
              <a:rect l="l" t="t" r="r" b="b"/>
              <a:pathLst>
                <a:path w="209926" h="483610">
                  <a:moveTo>
                    <a:pt x="209926" y="308119"/>
                  </a:moveTo>
                  <a:lnTo>
                    <a:pt x="144016" y="483610"/>
                  </a:lnTo>
                  <a:lnTo>
                    <a:pt x="0" y="3503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7004A4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3" name="Polygon 853"/>
            <p:cNvSpPr/>
            <p:nvPr/>
          </p:nvSpPr>
          <p:spPr>
            <a:xfrm>
              <a:off x="6330319" y="3279291"/>
              <a:ext cx="209926" cy="671051"/>
            </a:xfrm>
            <a:custGeom>
              <a:avLst/>
              <a:gdLst/>
              <a:ahLst/>
              <a:cxnLst/>
              <a:rect l="l" t="t" r="r" b="b"/>
              <a:pathLst>
                <a:path w="209926" h="671051">
                  <a:moveTo>
                    <a:pt x="209926" y="491039"/>
                  </a:moveTo>
                  <a:lnTo>
                    <a:pt x="144016" y="671051"/>
                  </a:lnTo>
                  <a:lnTo>
                    <a:pt x="0" y="3629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4" name="Polygon 854"/>
            <p:cNvSpPr/>
            <p:nvPr/>
          </p:nvSpPr>
          <p:spPr>
            <a:xfrm>
              <a:off x="4638711" y="4080341"/>
              <a:ext cx="209926" cy="156661"/>
            </a:xfrm>
            <a:custGeom>
              <a:avLst/>
              <a:gdLst/>
              <a:ahLst/>
              <a:cxnLst/>
              <a:rect l="l" t="t" r="r" b="b"/>
              <a:pathLst>
                <a:path w="209926" h="156661">
                  <a:moveTo>
                    <a:pt x="209926" y="73578"/>
                  </a:moveTo>
                  <a:lnTo>
                    <a:pt x="144016" y="156661"/>
                  </a:lnTo>
                  <a:lnTo>
                    <a:pt x="0" y="946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5" name="Polygon 855"/>
            <p:cNvSpPr/>
            <p:nvPr/>
          </p:nvSpPr>
          <p:spPr>
            <a:xfrm>
              <a:off x="5532130" y="2182806"/>
              <a:ext cx="209927" cy="882816"/>
            </a:xfrm>
            <a:custGeom>
              <a:avLst/>
              <a:gdLst/>
              <a:ahLst/>
              <a:cxnLst/>
              <a:rect l="l" t="t" r="r" b="b"/>
              <a:pathLst>
                <a:path w="209927" h="882816">
                  <a:moveTo>
                    <a:pt x="209927" y="0"/>
                  </a:moveTo>
                  <a:lnTo>
                    <a:pt x="144017" y="441918"/>
                  </a:lnTo>
                  <a:lnTo>
                    <a:pt x="0" y="882816"/>
                  </a:lnTo>
                  <a:lnTo>
                    <a:pt x="65910" y="587140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6" name="Polygon 856"/>
            <p:cNvSpPr/>
            <p:nvPr/>
          </p:nvSpPr>
          <p:spPr>
            <a:xfrm>
              <a:off x="5873878" y="1586942"/>
              <a:ext cx="209926" cy="726533"/>
            </a:xfrm>
            <a:custGeom>
              <a:avLst/>
              <a:gdLst/>
              <a:ahLst/>
              <a:cxnLst/>
              <a:rect l="l" t="t" r="r" b="b"/>
              <a:pathLst>
                <a:path w="209926" h="726533">
                  <a:moveTo>
                    <a:pt x="209926" y="398038"/>
                  </a:moveTo>
                  <a:lnTo>
                    <a:pt x="144016" y="0"/>
                  </a:lnTo>
                  <a:lnTo>
                    <a:pt x="0" y="440239"/>
                  </a:lnTo>
                  <a:lnTo>
                    <a:pt x="65910" y="726533"/>
                  </a:lnTo>
                  <a:close/>
                </a:path>
              </a:pathLst>
            </a:custGeom>
            <a:solidFill>
              <a:srgbClr val="F1884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7" name="Polygon 857"/>
            <p:cNvSpPr/>
            <p:nvPr/>
          </p:nvSpPr>
          <p:spPr>
            <a:xfrm>
              <a:off x="3930826" y="4139785"/>
              <a:ext cx="209926" cy="114846"/>
            </a:xfrm>
            <a:custGeom>
              <a:avLst/>
              <a:gdLst/>
              <a:ahLst/>
              <a:cxnLst/>
              <a:rect l="l" t="t" r="r" b="b"/>
              <a:pathLst>
                <a:path w="209926" h="114846">
                  <a:moveTo>
                    <a:pt x="209926" y="29270"/>
                  </a:moveTo>
                  <a:lnTo>
                    <a:pt x="144016" y="114846"/>
                  </a:lnTo>
                  <a:lnTo>
                    <a:pt x="0" y="8235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8" name="Polygon 858"/>
            <p:cNvSpPr/>
            <p:nvPr/>
          </p:nvSpPr>
          <p:spPr>
            <a:xfrm>
              <a:off x="5598041" y="1968461"/>
              <a:ext cx="209927" cy="801485"/>
            </a:xfrm>
            <a:custGeom>
              <a:avLst/>
              <a:gdLst/>
              <a:ahLst/>
              <a:cxnLst/>
              <a:rect l="l" t="t" r="r" b="b"/>
              <a:pathLst>
                <a:path w="209927" h="801485">
                  <a:moveTo>
                    <a:pt x="209927" y="0"/>
                  </a:moveTo>
                  <a:lnTo>
                    <a:pt x="144017" y="214345"/>
                  </a:lnTo>
                  <a:lnTo>
                    <a:pt x="0" y="801485"/>
                  </a:lnTo>
                  <a:lnTo>
                    <a:pt x="65910" y="641977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59" name="Polygon 859"/>
            <p:cNvSpPr/>
            <p:nvPr/>
          </p:nvSpPr>
          <p:spPr>
            <a:xfrm>
              <a:off x="4284769" y="4104508"/>
              <a:ext cx="209926" cy="125118"/>
            </a:xfrm>
            <a:custGeom>
              <a:avLst/>
              <a:gdLst/>
              <a:ahLst/>
              <a:cxnLst/>
              <a:rect l="l" t="t" r="r" b="b"/>
              <a:pathLst>
                <a:path w="209926" h="125118">
                  <a:moveTo>
                    <a:pt x="209926" y="28906"/>
                  </a:moveTo>
                  <a:lnTo>
                    <a:pt x="144016" y="125118"/>
                  </a:lnTo>
                  <a:lnTo>
                    <a:pt x="0" y="934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0" name="Polygon 860"/>
            <p:cNvSpPr/>
            <p:nvPr/>
          </p:nvSpPr>
          <p:spPr>
            <a:xfrm>
              <a:off x="3576883" y="415445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4311"/>
                  </a:moveTo>
                  <a:lnTo>
                    <a:pt x="144016" y="113424"/>
                  </a:lnTo>
                  <a:lnTo>
                    <a:pt x="0" y="783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1" name="Polygon 861"/>
            <p:cNvSpPr/>
            <p:nvPr/>
          </p:nvSpPr>
          <p:spPr>
            <a:xfrm>
              <a:off x="7194416" y="4341423"/>
              <a:ext cx="209926" cy="44560"/>
            </a:xfrm>
            <a:custGeom>
              <a:avLst/>
              <a:gdLst/>
              <a:ahLst/>
              <a:cxnLst/>
              <a:rect l="l" t="t" r="r" b="b"/>
              <a:pathLst>
                <a:path w="209926" h="44560">
                  <a:moveTo>
                    <a:pt x="209926" y="0"/>
                  </a:moveTo>
                  <a:lnTo>
                    <a:pt x="144016" y="36455"/>
                  </a:lnTo>
                  <a:lnTo>
                    <a:pt x="0" y="44560"/>
                  </a:lnTo>
                  <a:lnTo>
                    <a:pt x="65910" y="37449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2" name="Polygon 862"/>
            <p:cNvSpPr/>
            <p:nvPr/>
          </p:nvSpPr>
          <p:spPr>
            <a:xfrm>
              <a:off x="6198499" y="3992543"/>
              <a:ext cx="209926" cy="282973"/>
            </a:xfrm>
            <a:custGeom>
              <a:avLst/>
              <a:gdLst/>
              <a:ahLst/>
              <a:cxnLst/>
              <a:rect l="l" t="t" r="r" b="b"/>
              <a:pathLst>
                <a:path w="209926" h="282973">
                  <a:moveTo>
                    <a:pt x="209926" y="133291"/>
                  </a:moveTo>
                  <a:lnTo>
                    <a:pt x="144016" y="282973"/>
                  </a:lnTo>
                  <a:lnTo>
                    <a:pt x="0" y="2783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3" name="Polygon 863"/>
            <p:cNvSpPr/>
            <p:nvPr/>
          </p:nvSpPr>
          <p:spPr>
            <a:xfrm>
              <a:off x="3222941" y="4161895"/>
              <a:ext cx="209926" cy="113402"/>
            </a:xfrm>
            <a:custGeom>
              <a:avLst/>
              <a:gdLst/>
              <a:ahLst/>
              <a:cxnLst/>
              <a:rect l="l" t="t" r="r" b="b"/>
              <a:pathLst>
                <a:path w="209926" h="113402">
                  <a:moveTo>
                    <a:pt x="209926" y="35521"/>
                  </a:moveTo>
                  <a:lnTo>
                    <a:pt x="144016" y="113402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4" name="Polygon 864"/>
            <p:cNvSpPr/>
            <p:nvPr/>
          </p:nvSpPr>
          <p:spPr>
            <a:xfrm>
              <a:off x="6840473" y="4351320"/>
              <a:ext cx="209926" cy="45449"/>
            </a:xfrm>
            <a:custGeom>
              <a:avLst/>
              <a:gdLst/>
              <a:ahLst/>
              <a:cxnLst/>
              <a:rect l="l" t="t" r="r" b="b"/>
              <a:pathLst>
                <a:path w="209926" h="45449">
                  <a:moveTo>
                    <a:pt x="209926" y="45449"/>
                  </a:moveTo>
                  <a:lnTo>
                    <a:pt x="144016" y="25919"/>
                  </a:lnTo>
                  <a:lnTo>
                    <a:pt x="0" y="0"/>
                  </a:lnTo>
                  <a:lnTo>
                    <a:pt x="65910" y="36875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5" name="Polygon 865"/>
            <p:cNvSpPr/>
            <p:nvPr/>
          </p:nvSpPr>
          <p:spPr>
            <a:xfrm>
              <a:off x="4782727" y="4153919"/>
              <a:ext cx="209926" cy="168414"/>
            </a:xfrm>
            <a:custGeom>
              <a:avLst/>
              <a:gdLst/>
              <a:ahLst/>
              <a:cxnLst/>
              <a:rect l="l" t="t" r="r" b="b"/>
              <a:pathLst>
                <a:path w="209926" h="168414">
                  <a:moveTo>
                    <a:pt x="209926" y="107232"/>
                  </a:moveTo>
                  <a:lnTo>
                    <a:pt x="144016" y="168414"/>
                  </a:lnTo>
                  <a:lnTo>
                    <a:pt x="0" y="830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6" name="Polygon 866"/>
            <p:cNvSpPr/>
            <p:nvPr/>
          </p:nvSpPr>
          <p:spPr>
            <a:xfrm>
              <a:off x="2868998" y="4168494"/>
              <a:ext cx="209926" cy="113421"/>
            </a:xfrm>
            <a:custGeom>
              <a:avLst/>
              <a:gdLst/>
              <a:ahLst/>
              <a:cxnLst/>
              <a:rect l="l" t="t" r="r" b="b"/>
              <a:pathLst>
                <a:path w="209926" h="113421">
                  <a:moveTo>
                    <a:pt x="209926" y="35612"/>
                  </a:moveTo>
                  <a:lnTo>
                    <a:pt x="144016" y="113421"/>
                  </a:lnTo>
                  <a:lnTo>
                    <a:pt x="0" y="7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7" name="Polygon 867"/>
            <p:cNvSpPr/>
            <p:nvPr/>
          </p:nvSpPr>
          <p:spPr>
            <a:xfrm>
              <a:off x="4926743" y="4261152"/>
              <a:ext cx="209927" cy="164367"/>
            </a:xfrm>
            <a:custGeom>
              <a:avLst/>
              <a:gdLst/>
              <a:ahLst/>
              <a:cxnLst/>
              <a:rect l="l" t="t" r="r" b="b"/>
              <a:pathLst>
                <a:path w="209927" h="164367">
                  <a:moveTo>
                    <a:pt x="209927" y="132953"/>
                  </a:moveTo>
                  <a:lnTo>
                    <a:pt x="144017" y="164367"/>
                  </a:lnTo>
                  <a:lnTo>
                    <a:pt x="0" y="611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8" name="Polygon 868"/>
            <p:cNvSpPr/>
            <p:nvPr/>
          </p:nvSpPr>
          <p:spPr>
            <a:xfrm>
              <a:off x="5070760" y="4394104"/>
              <a:ext cx="209926" cy="137729"/>
            </a:xfrm>
            <a:custGeom>
              <a:avLst/>
              <a:gdLst/>
              <a:ahLst/>
              <a:cxnLst/>
              <a:rect l="l" t="t" r="r" b="b"/>
              <a:pathLst>
                <a:path w="209926" h="137729">
                  <a:moveTo>
                    <a:pt x="209926" y="137458"/>
                  </a:moveTo>
                  <a:lnTo>
                    <a:pt x="144016" y="137729"/>
                  </a:lnTo>
                  <a:lnTo>
                    <a:pt x="0" y="314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69" name="Polygon 869"/>
            <p:cNvSpPr/>
            <p:nvPr/>
          </p:nvSpPr>
          <p:spPr>
            <a:xfrm>
              <a:off x="5922661" y="4454959"/>
              <a:ext cx="209927" cy="186425"/>
            </a:xfrm>
            <a:custGeom>
              <a:avLst/>
              <a:gdLst/>
              <a:ahLst/>
              <a:cxnLst/>
              <a:rect l="l" t="t" r="r" b="b"/>
              <a:pathLst>
                <a:path w="209927" h="186425">
                  <a:moveTo>
                    <a:pt x="209927" y="0"/>
                  </a:moveTo>
                  <a:lnTo>
                    <a:pt x="144017" y="102040"/>
                  </a:lnTo>
                  <a:lnTo>
                    <a:pt x="0" y="186425"/>
                  </a:lnTo>
                  <a:lnTo>
                    <a:pt x="65910" y="68122"/>
                  </a:lnTo>
                  <a:close/>
                </a:path>
              </a:pathLst>
            </a:custGeom>
            <a:solidFill>
              <a:srgbClr val="2D079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0" name="Polygon 870"/>
            <p:cNvSpPr/>
            <p:nvPr/>
          </p:nvSpPr>
          <p:spPr>
            <a:xfrm>
              <a:off x="2515055" y="4175081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1" name="Polygon 871"/>
            <p:cNvSpPr/>
            <p:nvPr/>
          </p:nvSpPr>
          <p:spPr>
            <a:xfrm>
              <a:off x="5712735" y="4641384"/>
              <a:ext cx="209926" cy="74835"/>
            </a:xfrm>
            <a:custGeom>
              <a:avLst/>
              <a:gdLst/>
              <a:ahLst/>
              <a:cxnLst/>
              <a:rect l="l" t="t" r="r" b="b"/>
              <a:pathLst>
                <a:path w="209926" h="74835">
                  <a:moveTo>
                    <a:pt x="209926" y="0"/>
                  </a:moveTo>
                  <a:lnTo>
                    <a:pt x="144016" y="32625"/>
                  </a:lnTo>
                  <a:lnTo>
                    <a:pt x="0" y="74835"/>
                  </a:lnTo>
                  <a:lnTo>
                    <a:pt x="65910" y="56079"/>
                  </a:lnTo>
                  <a:close/>
                </a:path>
              </a:pathLst>
            </a:custGeom>
            <a:solidFill>
              <a:srgbClr val="1E078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2" name="Polygon 872"/>
            <p:cNvSpPr/>
            <p:nvPr/>
          </p:nvSpPr>
          <p:spPr>
            <a:xfrm>
              <a:off x="5214777" y="4531563"/>
              <a:ext cx="209926" cy="113434"/>
            </a:xfrm>
            <a:custGeom>
              <a:avLst/>
              <a:gdLst/>
              <a:ahLst/>
              <a:cxnLst/>
              <a:rect l="l" t="t" r="r" b="b"/>
              <a:pathLst>
                <a:path w="209926" h="113434">
                  <a:moveTo>
                    <a:pt x="209926" y="113434"/>
                  </a:moveTo>
                  <a:lnTo>
                    <a:pt x="144016" y="89906"/>
                  </a:lnTo>
                  <a:lnTo>
                    <a:pt x="0" y="2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3" name="Polygon 873"/>
            <p:cNvSpPr/>
            <p:nvPr/>
          </p:nvSpPr>
          <p:spPr>
            <a:xfrm>
              <a:off x="8610187" y="4176033"/>
              <a:ext cx="209926" cy="113611"/>
            </a:xfrm>
            <a:custGeom>
              <a:avLst/>
              <a:gdLst/>
              <a:ahLst/>
              <a:cxnLst/>
              <a:rect l="l" t="t" r="r" b="b"/>
              <a:pathLst>
                <a:path w="209926" h="113611">
                  <a:moveTo>
                    <a:pt x="209926" y="35861"/>
                  </a:moveTo>
                  <a:lnTo>
                    <a:pt x="144016" y="113611"/>
                  </a:lnTo>
                  <a:lnTo>
                    <a:pt x="0" y="776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4" name="Polygon 874"/>
            <p:cNvSpPr/>
            <p:nvPr/>
          </p:nvSpPr>
          <p:spPr>
            <a:xfrm>
              <a:off x="7548359" y="4258258"/>
              <a:ext cx="209926" cy="71614"/>
            </a:xfrm>
            <a:custGeom>
              <a:avLst/>
              <a:gdLst/>
              <a:ahLst/>
              <a:cxnLst/>
              <a:rect l="l" t="t" r="r" b="b"/>
              <a:pathLst>
                <a:path w="209926" h="71614">
                  <a:moveTo>
                    <a:pt x="209926" y="0"/>
                  </a:moveTo>
                  <a:lnTo>
                    <a:pt x="144016" y="71614"/>
                  </a:lnTo>
                  <a:lnTo>
                    <a:pt x="0" y="66454"/>
                  </a:lnTo>
                  <a:lnTo>
                    <a:pt x="65910" y="4186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5" name="Polygon 875"/>
            <p:cNvSpPr/>
            <p:nvPr/>
          </p:nvSpPr>
          <p:spPr>
            <a:xfrm>
              <a:off x="6342515" y="4125834"/>
              <a:ext cx="209926" cy="162517"/>
            </a:xfrm>
            <a:custGeom>
              <a:avLst/>
              <a:gdLst/>
              <a:ahLst/>
              <a:cxnLst/>
              <a:rect l="l" t="t" r="r" b="b"/>
              <a:pathLst>
                <a:path w="209926" h="162517">
                  <a:moveTo>
                    <a:pt x="209926" y="107481"/>
                  </a:moveTo>
                  <a:lnTo>
                    <a:pt x="144016" y="162517"/>
                  </a:lnTo>
                  <a:lnTo>
                    <a:pt x="0" y="1496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6" name="Polygon 876"/>
            <p:cNvSpPr/>
            <p:nvPr/>
          </p:nvSpPr>
          <p:spPr>
            <a:xfrm>
              <a:off x="8256244" y="4181865"/>
              <a:ext cx="209926" cy="113492"/>
            </a:xfrm>
            <a:custGeom>
              <a:avLst/>
              <a:gdLst/>
              <a:ahLst/>
              <a:cxnLst/>
              <a:rect l="l" t="t" r="r" b="b"/>
              <a:pathLst>
                <a:path w="209926" h="113492">
                  <a:moveTo>
                    <a:pt x="209926" y="35772"/>
                  </a:moveTo>
                  <a:lnTo>
                    <a:pt x="144016" y="113492"/>
                  </a:lnTo>
                  <a:lnTo>
                    <a:pt x="0" y="777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7" name="Polygon 877"/>
            <p:cNvSpPr/>
            <p:nvPr/>
          </p:nvSpPr>
          <p:spPr>
            <a:xfrm>
              <a:off x="7902301" y="4197780"/>
              <a:ext cx="209927" cy="105741"/>
            </a:xfrm>
            <a:custGeom>
              <a:avLst/>
              <a:gdLst/>
              <a:ahLst/>
              <a:cxnLst/>
              <a:rect l="l" t="t" r="r" b="b"/>
              <a:pathLst>
                <a:path w="209927" h="105741">
                  <a:moveTo>
                    <a:pt x="209927" y="27966"/>
                  </a:moveTo>
                  <a:lnTo>
                    <a:pt x="144017" y="105741"/>
                  </a:lnTo>
                  <a:lnTo>
                    <a:pt x="0" y="771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8" name="Polygon 878"/>
            <p:cNvSpPr/>
            <p:nvPr/>
          </p:nvSpPr>
          <p:spPr>
            <a:xfrm>
              <a:off x="4074842" y="4169055"/>
              <a:ext cx="209927" cy="117877"/>
            </a:xfrm>
            <a:custGeom>
              <a:avLst/>
              <a:gdLst/>
              <a:ahLst/>
              <a:cxnLst/>
              <a:rect l="l" t="t" r="r" b="b"/>
              <a:pathLst>
                <a:path w="209927" h="117877">
                  <a:moveTo>
                    <a:pt x="209927" y="28881"/>
                  </a:moveTo>
                  <a:lnTo>
                    <a:pt x="144017" y="117877"/>
                  </a:lnTo>
                  <a:lnTo>
                    <a:pt x="0" y="855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79" name="Polygon 879"/>
            <p:cNvSpPr/>
            <p:nvPr/>
          </p:nvSpPr>
          <p:spPr>
            <a:xfrm>
              <a:off x="6120392" y="3321491"/>
              <a:ext cx="209927" cy="671051"/>
            </a:xfrm>
            <a:custGeom>
              <a:avLst/>
              <a:gdLst/>
              <a:ahLst/>
              <a:cxnLst/>
              <a:rect l="l" t="t" r="r" b="b"/>
              <a:pathLst>
                <a:path w="209927" h="671051">
                  <a:moveTo>
                    <a:pt x="209927" y="320732"/>
                  </a:moveTo>
                  <a:lnTo>
                    <a:pt x="144017" y="671051"/>
                  </a:lnTo>
                  <a:lnTo>
                    <a:pt x="0" y="53324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8A0DA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0" name="Polygon 880"/>
            <p:cNvSpPr/>
            <p:nvPr/>
          </p:nvSpPr>
          <p:spPr>
            <a:xfrm>
              <a:off x="4428785" y="4133415"/>
              <a:ext cx="209926" cy="135337"/>
            </a:xfrm>
            <a:custGeom>
              <a:avLst/>
              <a:gdLst/>
              <a:ahLst/>
              <a:cxnLst/>
              <a:rect l="l" t="t" r="r" b="b"/>
              <a:pathLst>
                <a:path w="209926" h="135337">
                  <a:moveTo>
                    <a:pt x="209926" y="41619"/>
                  </a:moveTo>
                  <a:lnTo>
                    <a:pt x="144016" y="135337"/>
                  </a:lnTo>
                  <a:lnTo>
                    <a:pt x="0" y="962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1" name="Polygon 881"/>
            <p:cNvSpPr/>
            <p:nvPr/>
          </p:nvSpPr>
          <p:spPr>
            <a:xfrm>
              <a:off x="3720899" y="4188761"/>
              <a:ext cx="209926" cy="113833"/>
            </a:xfrm>
            <a:custGeom>
              <a:avLst/>
              <a:gdLst/>
              <a:ahLst/>
              <a:cxnLst/>
              <a:rect l="l" t="t" r="r" b="b"/>
              <a:pathLst>
                <a:path w="209926" h="113833">
                  <a:moveTo>
                    <a:pt x="209926" y="33378"/>
                  </a:moveTo>
                  <a:lnTo>
                    <a:pt x="144016" y="113833"/>
                  </a:lnTo>
                  <a:lnTo>
                    <a:pt x="0" y="791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2" name="Polygon 882"/>
            <p:cNvSpPr/>
            <p:nvPr/>
          </p:nvSpPr>
          <p:spPr>
            <a:xfrm>
              <a:off x="5358793" y="4621469"/>
              <a:ext cx="209926" cy="88321"/>
            </a:xfrm>
            <a:custGeom>
              <a:avLst/>
              <a:gdLst/>
              <a:ahLst/>
              <a:cxnLst/>
              <a:rect l="l" t="t" r="r" b="b"/>
              <a:pathLst>
                <a:path w="209926" h="88321">
                  <a:moveTo>
                    <a:pt x="209926" y="88321"/>
                  </a:moveTo>
                  <a:lnTo>
                    <a:pt x="144016" y="55870"/>
                  </a:lnTo>
                  <a:lnTo>
                    <a:pt x="0" y="0"/>
                  </a:lnTo>
                  <a:lnTo>
                    <a:pt x="65910" y="23528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3" name="Polygon 883"/>
            <p:cNvSpPr/>
            <p:nvPr/>
          </p:nvSpPr>
          <p:spPr>
            <a:xfrm>
              <a:off x="6132588" y="4270860"/>
              <a:ext cx="209926" cy="184099"/>
            </a:xfrm>
            <a:custGeom>
              <a:avLst/>
              <a:gdLst/>
              <a:ahLst/>
              <a:cxnLst/>
              <a:rect l="l" t="t" r="r" b="b"/>
              <a:pathLst>
                <a:path w="209926" h="184099">
                  <a:moveTo>
                    <a:pt x="209926" y="4656"/>
                  </a:moveTo>
                  <a:lnTo>
                    <a:pt x="144016" y="120566"/>
                  </a:lnTo>
                  <a:lnTo>
                    <a:pt x="0" y="18409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6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4" name="Polygon 884"/>
            <p:cNvSpPr/>
            <p:nvPr/>
          </p:nvSpPr>
          <p:spPr>
            <a:xfrm>
              <a:off x="5688343" y="2950711"/>
              <a:ext cx="209926" cy="725422"/>
            </a:xfrm>
            <a:custGeom>
              <a:avLst/>
              <a:gdLst/>
              <a:ahLst/>
              <a:cxnLst/>
              <a:rect l="l" t="t" r="r" b="b"/>
              <a:pathLst>
                <a:path w="209926" h="725422">
                  <a:moveTo>
                    <a:pt x="209926" y="0"/>
                  </a:moveTo>
                  <a:lnTo>
                    <a:pt x="144016" y="725422"/>
                  </a:lnTo>
                  <a:lnTo>
                    <a:pt x="0" y="719094"/>
                  </a:lnTo>
                  <a:lnTo>
                    <a:pt x="65910" y="46083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5" name="Polygon 885"/>
            <p:cNvSpPr/>
            <p:nvPr/>
          </p:nvSpPr>
          <p:spPr>
            <a:xfrm>
              <a:off x="3366957" y="419741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364"/>
                  </a:moveTo>
                  <a:lnTo>
                    <a:pt x="144016" y="113424"/>
                  </a:lnTo>
                  <a:lnTo>
                    <a:pt x="0" y="778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6" name="Polygon 886"/>
            <p:cNvSpPr/>
            <p:nvPr/>
          </p:nvSpPr>
          <p:spPr>
            <a:xfrm>
              <a:off x="3013014" y="4204106"/>
              <a:ext cx="209927" cy="113420"/>
            </a:xfrm>
            <a:custGeom>
              <a:avLst/>
              <a:gdLst/>
              <a:ahLst/>
              <a:cxnLst/>
              <a:rect l="l" t="t" r="r" b="b"/>
              <a:pathLst>
                <a:path w="209927" h="113420">
                  <a:moveTo>
                    <a:pt x="209927" y="35605"/>
                  </a:moveTo>
                  <a:lnTo>
                    <a:pt x="144017" y="113420"/>
                  </a:lnTo>
                  <a:lnTo>
                    <a:pt x="0" y="7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7" name="Polygon 887"/>
            <p:cNvSpPr/>
            <p:nvPr/>
          </p:nvSpPr>
          <p:spPr>
            <a:xfrm>
              <a:off x="6984489" y="4377239"/>
              <a:ext cx="209927" cy="19529"/>
            </a:xfrm>
            <a:custGeom>
              <a:avLst/>
              <a:gdLst/>
              <a:ahLst/>
              <a:cxnLst/>
              <a:rect l="l" t="t" r="r" b="b"/>
              <a:pathLst>
                <a:path w="209927" h="19529">
                  <a:moveTo>
                    <a:pt x="209927" y="8743"/>
                  </a:moveTo>
                  <a:lnTo>
                    <a:pt x="144017" y="18980"/>
                  </a:lnTo>
                  <a:lnTo>
                    <a:pt x="0" y="0"/>
                  </a:lnTo>
                  <a:lnTo>
                    <a:pt x="65910" y="19529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8" name="Polygon 888"/>
            <p:cNvSpPr/>
            <p:nvPr/>
          </p:nvSpPr>
          <p:spPr>
            <a:xfrm>
              <a:off x="2659071" y="4210692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89" name="Polygon 889"/>
            <p:cNvSpPr/>
            <p:nvPr/>
          </p:nvSpPr>
          <p:spPr>
            <a:xfrm>
              <a:off x="6486531" y="4233315"/>
              <a:ext cx="209926" cy="78574"/>
            </a:xfrm>
            <a:custGeom>
              <a:avLst/>
              <a:gdLst/>
              <a:ahLst/>
              <a:cxnLst/>
              <a:rect l="l" t="t" r="r" b="b"/>
              <a:pathLst>
                <a:path w="209926" h="78574">
                  <a:moveTo>
                    <a:pt x="209926" y="73709"/>
                  </a:moveTo>
                  <a:lnTo>
                    <a:pt x="144016" y="78574"/>
                  </a:lnTo>
                  <a:lnTo>
                    <a:pt x="0" y="550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0" name="Polygon 890"/>
            <p:cNvSpPr/>
            <p:nvPr/>
          </p:nvSpPr>
          <p:spPr>
            <a:xfrm>
              <a:off x="7338432" y="4324712"/>
              <a:ext cx="209926" cy="57469"/>
            </a:xfrm>
            <a:custGeom>
              <a:avLst/>
              <a:gdLst/>
              <a:ahLst/>
              <a:cxnLst/>
              <a:rect l="l" t="t" r="r" b="b"/>
              <a:pathLst>
                <a:path w="209926" h="57469">
                  <a:moveTo>
                    <a:pt x="209926" y="0"/>
                  </a:moveTo>
                  <a:lnTo>
                    <a:pt x="144016" y="57469"/>
                  </a:lnTo>
                  <a:lnTo>
                    <a:pt x="0" y="53166"/>
                  </a:lnTo>
                  <a:lnTo>
                    <a:pt x="65910" y="16711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1" name="Polygon 891"/>
            <p:cNvSpPr/>
            <p:nvPr/>
          </p:nvSpPr>
          <p:spPr>
            <a:xfrm>
              <a:off x="8400260" y="4217637"/>
              <a:ext cx="209926" cy="113831"/>
            </a:xfrm>
            <a:custGeom>
              <a:avLst/>
              <a:gdLst/>
              <a:ahLst/>
              <a:cxnLst/>
              <a:rect l="l" t="t" r="r" b="b"/>
              <a:pathLst>
                <a:path w="209926" h="113831">
                  <a:moveTo>
                    <a:pt x="209926" y="36071"/>
                  </a:moveTo>
                  <a:lnTo>
                    <a:pt x="144016" y="113831"/>
                  </a:lnTo>
                  <a:lnTo>
                    <a:pt x="0" y="777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2" name="Polygon 892"/>
            <p:cNvSpPr/>
            <p:nvPr/>
          </p:nvSpPr>
          <p:spPr>
            <a:xfrm>
              <a:off x="4572801" y="4175034"/>
              <a:ext cx="209926" cy="144746"/>
            </a:xfrm>
            <a:custGeom>
              <a:avLst/>
              <a:gdLst/>
              <a:ahLst/>
              <a:cxnLst/>
              <a:rect l="l" t="t" r="r" b="b"/>
              <a:pathLst>
                <a:path w="209926" h="144746">
                  <a:moveTo>
                    <a:pt x="209926" y="61968"/>
                  </a:moveTo>
                  <a:lnTo>
                    <a:pt x="144016" y="144746"/>
                  </a:lnTo>
                  <a:lnTo>
                    <a:pt x="0" y="937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3" name="Polygon 893"/>
            <p:cNvSpPr/>
            <p:nvPr/>
          </p:nvSpPr>
          <p:spPr>
            <a:xfrm>
              <a:off x="5976376" y="3068016"/>
              <a:ext cx="209926" cy="786715"/>
            </a:xfrm>
            <a:custGeom>
              <a:avLst/>
              <a:gdLst/>
              <a:ahLst/>
              <a:cxnLst/>
              <a:rect l="l" t="t" r="r" b="b"/>
              <a:pathLst>
                <a:path w="209926" h="786715">
                  <a:moveTo>
                    <a:pt x="209926" y="253475"/>
                  </a:moveTo>
                  <a:lnTo>
                    <a:pt x="144016" y="786715"/>
                  </a:lnTo>
                  <a:lnTo>
                    <a:pt x="0" y="6730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9C1D95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4" name="Polygon 894"/>
            <p:cNvSpPr/>
            <p:nvPr/>
          </p:nvSpPr>
          <p:spPr>
            <a:xfrm>
              <a:off x="8046318" y="4225746"/>
              <a:ext cx="209926" cy="111743"/>
            </a:xfrm>
            <a:custGeom>
              <a:avLst/>
              <a:gdLst/>
              <a:ahLst/>
              <a:cxnLst/>
              <a:rect l="l" t="t" r="r" b="b"/>
              <a:pathLst>
                <a:path w="209926" h="111743">
                  <a:moveTo>
                    <a:pt x="209926" y="33824"/>
                  </a:moveTo>
                  <a:lnTo>
                    <a:pt x="144016" y="111743"/>
                  </a:lnTo>
                  <a:lnTo>
                    <a:pt x="0" y="777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5" name="Polygon 895"/>
            <p:cNvSpPr/>
            <p:nvPr/>
          </p:nvSpPr>
          <p:spPr>
            <a:xfrm>
              <a:off x="7692375" y="4258258"/>
              <a:ext cx="209926" cy="92737"/>
            </a:xfrm>
            <a:custGeom>
              <a:avLst/>
              <a:gdLst/>
              <a:ahLst/>
              <a:cxnLst/>
              <a:rect l="l" t="t" r="r" b="b"/>
              <a:pathLst>
                <a:path w="209926" h="92737">
                  <a:moveTo>
                    <a:pt x="209926" y="16677"/>
                  </a:moveTo>
                  <a:lnTo>
                    <a:pt x="144016" y="92737"/>
                  </a:lnTo>
                  <a:lnTo>
                    <a:pt x="0" y="716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6" name="Polygon 896"/>
            <p:cNvSpPr/>
            <p:nvPr/>
          </p:nvSpPr>
          <p:spPr>
            <a:xfrm>
              <a:off x="4218859" y="4197936"/>
              <a:ext cx="209926" cy="122678"/>
            </a:xfrm>
            <a:custGeom>
              <a:avLst/>
              <a:gdLst/>
              <a:ahLst/>
              <a:cxnLst/>
              <a:rect l="l" t="t" r="r" b="b"/>
              <a:pathLst>
                <a:path w="209926" h="122678">
                  <a:moveTo>
                    <a:pt x="209926" y="31690"/>
                  </a:moveTo>
                  <a:lnTo>
                    <a:pt x="144016" y="122678"/>
                  </a:lnTo>
                  <a:lnTo>
                    <a:pt x="0" y="889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7" name="Polygon 897"/>
            <p:cNvSpPr/>
            <p:nvPr/>
          </p:nvSpPr>
          <p:spPr>
            <a:xfrm>
              <a:off x="3864915" y="4222139"/>
              <a:ext cx="209926" cy="114823"/>
            </a:xfrm>
            <a:custGeom>
              <a:avLst/>
              <a:gdLst/>
              <a:ahLst/>
              <a:cxnLst/>
              <a:rect l="l" t="t" r="r" b="b"/>
              <a:pathLst>
                <a:path w="209926" h="114823">
                  <a:moveTo>
                    <a:pt x="209926" y="32492"/>
                  </a:moveTo>
                  <a:lnTo>
                    <a:pt x="144017" y="114823"/>
                  </a:lnTo>
                  <a:lnTo>
                    <a:pt x="0" y="804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8" name="Polygon 898"/>
            <p:cNvSpPr/>
            <p:nvPr/>
          </p:nvSpPr>
          <p:spPr>
            <a:xfrm>
              <a:off x="5502809" y="4677339"/>
              <a:ext cx="209926" cy="38880"/>
            </a:xfrm>
            <a:custGeom>
              <a:avLst/>
              <a:gdLst/>
              <a:ahLst/>
              <a:cxnLst/>
              <a:rect l="l" t="t" r="r" b="b"/>
              <a:pathLst>
                <a:path w="209926" h="38880">
                  <a:moveTo>
                    <a:pt x="209926" y="38880"/>
                  </a:moveTo>
                  <a:lnTo>
                    <a:pt x="144016" y="15353"/>
                  </a:lnTo>
                  <a:lnTo>
                    <a:pt x="0" y="0"/>
                  </a:lnTo>
                  <a:lnTo>
                    <a:pt x="65910" y="32451"/>
                  </a:lnTo>
                  <a:close/>
                </a:path>
              </a:pathLst>
            </a:custGeom>
            <a:solidFill>
              <a:srgbClr val="22078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899" name="Polygon 899"/>
            <p:cNvSpPr/>
            <p:nvPr/>
          </p:nvSpPr>
          <p:spPr>
            <a:xfrm>
              <a:off x="5832359" y="2950711"/>
              <a:ext cx="209926" cy="790317"/>
            </a:xfrm>
            <a:custGeom>
              <a:avLst/>
              <a:gdLst/>
              <a:ahLst/>
              <a:cxnLst/>
              <a:rect l="l" t="t" r="r" b="b"/>
              <a:pathLst>
                <a:path w="209926" h="790317">
                  <a:moveTo>
                    <a:pt x="209926" y="117305"/>
                  </a:moveTo>
                  <a:lnTo>
                    <a:pt x="144016" y="790317"/>
                  </a:lnTo>
                  <a:lnTo>
                    <a:pt x="0" y="7254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A8278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0" name="Polygon 900"/>
            <p:cNvSpPr/>
            <p:nvPr/>
          </p:nvSpPr>
          <p:spPr>
            <a:xfrm>
              <a:off x="3510973" y="4232780"/>
              <a:ext cx="209926" cy="113524"/>
            </a:xfrm>
            <a:custGeom>
              <a:avLst/>
              <a:gdLst/>
              <a:ahLst/>
              <a:cxnLst/>
              <a:rect l="l" t="t" r="r" b="b"/>
              <a:pathLst>
                <a:path w="209926" h="113524">
                  <a:moveTo>
                    <a:pt x="209926" y="35093"/>
                  </a:moveTo>
                  <a:lnTo>
                    <a:pt x="144016" y="113524"/>
                  </a:lnTo>
                  <a:lnTo>
                    <a:pt x="0" y="780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1" name="Polygon 901"/>
            <p:cNvSpPr/>
            <p:nvPr/>
          </p:nvSpPr>
          <p:spPr>
            <a:xfrm>
              <a:off x="3157031" y="423971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585"/>
                  </a:moveTo>
                  <a:lnTo>
                    <a:pt x="144016" y="113424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2" name="Polygon 902"/>
            <p:cNvSpPr/>
            <p:nvPr/>
          </p:nvSpPr>
          <p:spPr>
            <a:xfrm>
              <a:off x="6630547" y="4307024"/>
              <a:ext cx="209926" cy="44296"/>
            </a:xfrm>
            <a:custGeom>
              <a:avLst/>
              <a:gdLst/>
              <a:ahLst/>
              <a:cxnLst/>
              <a:rect l="l" t="t" r="r" b="b"/>
              <a:pathLst>
                <a:path w="209926" h="44296">
                  <a:moveTo>
                    <a:pt x="209926" y="44296"/>
                  </a:moveTo>
                  <a:lnTo>
                    <a:pt x="144016" y="37724"/>
                  </a:lnTo>
                  <a:lnTo>
                    <a:pt x="0" y="48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3" name="Polygon 903"/>
            <p:cNvSpPr/>
            <p:nvPr/>
          </p:nvSpPr>
          <p:spPr>
            <a:xfrm>
              <a:off x="4716817" y="4237002"/>
              <a:ext cx="209926" cy="147474"/>
            </a:xfrm>
            <a:custGeom>
              <a:avLst/>
              <a:gdLst/>
              <a:ahLst/>
              <a:cxnLst/>
              <a:rect l="l" t="t" r="r" b="b"/>
              <a:pathLst>
                <a:path w="209926" h="147474">
                  <a:moveTo>
                    <a:pt x="209926" y="85332"/>
                  </a:moveTo>
                  <a:lnTo>
                    <a:pt x="144016" y="147474"/>
                  </a:lnTo>
                  <a:lnTo>
                    <a:pt x="0" y="827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4" name="Polygon 904"/>
            <p:cNvSpPr/>
            <p:nvPr/>
          </p:nvSpPr>
          <p:spPr>
            <a:xfrm>
              <a:off x="2803087" y="4246303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2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5" name="Polygon 905"/>
            <p:cNvSpPr/>
            <p:nvPr/>
          </p:nvSpPr>
          <p:spPr>
            <a:xfrm>
              <a:off x="5856751" y="4556999"/>
              <a:ext cx="209927" cy="117010"/>
            </a:xfrm>
            <a:custGeom>
              <a:avLst/>
              <a:gdLst/>
              <a:ahLst/>
              <a:cxnLst/>
              <a:rect l="l" t="t" r="r" b="b"/>
              <a:pathLst>
                <a:path w="209927" h="117010">
                  <a:moveTo>
                    <a:pt x="209927" y="0"/>
                  </a:moveTo>
                  <a:lnTo>
                    <a:pt x="144017" y="50774"/>
                  </a:lnTo>
                  <a:lnTo>
                    <a:pt x="0" y="117010"/>
                  </a:lnTo>
                  <a:lnTo>
                    <a:pt x="65910" y="84385"/>
                  </a:lnTo>
                  <a:close/>
                </a:path>
              </a:pathLst>
            </a:custGeom>
            <a:solidFill>
              <a:srgbClr val="2E0791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6" name="Polygon 906"/>
            <p:cNvSpPr/>
            <p:nvPr/>
          </p:nvSpPr>
          <p:spPr>
            <a:xfrm>
              <a:off x="2449145" y="425289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7" name="Polygon 907"/>
            <p:cNvSpPr/>
            <p:nvPr/>
          </p:nvSpPr>
          <p:spPr>
            <a:xfrm>
              <a:off x="6276604" y="4275515"/>
              <a:ext cx="209926" cy="115911"/>
            </a:xfrm>
            <a:custGeom>
              <a:avLst/>
              <a:gdLst/>
              <a:ahLst/>
              <a:cxnLst/>
              <a:rect l="l" t="t" r="r" b="b"/>
              <a:pathLst>
                <a:path w="209926" h="115911">
                  <a:moveTo>
                    <a:pt x="209926" y="12835"/>
                  </a:moveTo>
                  <a:lnTo>
                    <a:pt x="144016" y="78574"/>
                  </a:lnTo>
                  <a:lnTo>
                    <a:pt x="0" y="1159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8" name="Polygon 908"/>
            <p:cNvSpPr/>
            <p:nvPr/>
          </p:nvSpPr>
          <p:spPr>
            <a:xfrm>
              <a:off x="6384032" y="2110907"/>
              <a:ext cx="209927" cy="717083"/>
            </a:xfrm>
            <a:custGeom>
              <a:avLst/>
              <a:gdLst/>
              <a:ahLst/>
              <a:cxnLst/>
              <a:rect l="l" t="t" r="r" b="b"/>
              <a:pathLst>
                <a:path w="209927" h="717083">
                  <a:moveTo>
                    <a:pt x="209927" y="717083"/>
                  </a:moveTo>
                  <a:lnTo>
                    <a:pt x="144017" y="713201"/>
                  </a:lnTo>
                  <a:lnTo>
                    <a:pt x="0" y="0"/>
                  </a:lnTo>
                  <a:lnTo>
                    <a:pt x="65910" y="58721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09" name="Polygon 909"/>
            <p:cNvSpPr/>
            <p:nvPr/>
          </p:nvSpPr>
          <p:spPr>
            <a:xfrm>
              <a:off x="6066678" y="4391426"/>
              <a:ext cx="209926" cy="165573"/>
            </a:xfrm>
            <a:custGeom>
              <a:avLst/>
              <a:gdLst/>
              <a:ahLst/>
              <a:cxnLst/>
              <a:rect l="l" t="t" r="r" b="b"/>
              <a:pathLst>
                <a:path w="209926" h="165573">
                  <a:moveTo>
                    <a:pt x="209926" y="0"/>
                  </a:moveTo>
                  <a:lnTo>
                    <a:pt x="144016" y="86497"/>
                  </a:lnTo>
                  <a:lnTo>
                    <a:pt x="0" y="165573"/>
                  </a:lnTo>
                  <a:lnTo>
                    <a:pt x="65910" y="63533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0" name="Polygon 910"/>
            <p:cNvSpPr/>
            <p:nvPr/>
          </p:nvSpPr>
          <p:spPr>
            <a:xfrm>
              <a:off x="8544276" y="4253708"/>
              <a:ext cx="209926" cy="113727"/>
            </a:xfrm>
            <a:custGeom>
              <a:avLst/>
              <a:gdLst/>
              <a:ahLst/>
              <a:cxnLst/>
              <a:rect l="l" t="t" r="r" b="b"/>
              <a:pathLst>
                <a:path w="209926" h="113727">
                  <a:moveTo>
                    <a:pt x="209926" y="35937"/>
                  </a:moveTo>
                  <a:lnTo>
                    <a:pt x="144016" y="113727"/>
                  </a:lnTo>
                  <a:lnTo>
                    <a:pt x="0" y="777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1" name="Polygon 911"/>
            <p:cNvSpPr/>
            <p:nvPr/>
          </p:nvSpPr>
          <p:spPr>
            <a:xfrm>
              <a:off x="7128506" y="4377878"/>
              <a:ext cx="209926" cy="38284"/>
            </a:xfrm>
            <a:custGeom>
              <a:avLst/>
              <a:gdLst/>
              <a:ahLst/>
              <a:cxnLst/>
              <a:rect l="l" t="t" r="r" b="b"/>
              <a:pathLst>
                <a:path w="209926" h="38284">
                  <a:moveTo>
                    <a:pt x="209926" y="0"/>
                  </a:moveTo>
                  <a:lnTo>
                    <a:pt x="144016" y="38284"/>
                  </a:lnTo>
                  <a:lnTo>
                    <a:pt x="0" y="18342"/>
                  </a:lnTo>
                  <a:lnTo>
                    <a:pt x="65910" y="8105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2" name="Polygon 912"/>
            <p:cNvSpPr/>
            <p:nvPr/>
          </p:nvSpPr>
          <p:spPr>
            <a:xfrm>
              <a:off x="6305926" y="1658165"/>
              <a:ext cx="209926" cy="797755"/>
            </a:xfrm>
            <a:custGeom>
              <a:avLst/>
              <a:gdLst/>
              <a:ahLst/>
              <a:cxnLst/>
              <a:rect l="l" t="t" r="r" b="b"/>
              <a:pathLst>
                <a:path w="209926" h="797755">
                  <a:moveTo>
                    <a:pt x="209926" y="797755"/>
                  </a:moveTo>
                  <a:lnTo>
                    <a:pt x="144016" y="511462"/>
                  </a:lnTo>
                  <a:lnTo>
                    <a:pt x="0" y="0"/>
                  </a:lnTo>
                  <a:lnTo>
                    <a:pt x="65910" y="398038"/>
                  </a:lnTo>
                  <a:close/>
                </a:path>
              </a:pathLst>
            </a:custGeom>
            <a:solidFill>
              <a:srgbClr val="F1884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3" name="Polygon 913"/>
            <p:cNvSpPr/>
            <p:nvPr/>
          </p:nvSpPr>
          <p:spPr>
            <a:xfrm>
              <a:off x="4860833" y="4322334"/>
              <a:ext cx="209927" cy="137282"/>
            </a:xfrm>
            <a:custGeom>
              <a:avLst/>
              <a:gdLst/>
              <a:ahLst/>
              <a:cxnLst/>
              <a:rect l="l" t="t" r="r" b="b"/>
              <a:pathLst>
                <a:path w="209927" h="137282">
                  <a:moveTo>
                    <a:pt x="209927" y="103185"/>
                  </a:moveTo>
                  <a:lnTo>
                    <a:pt x="144017" y="137282"/>
                  </a:lnTo>
                  <a:lnTo>
                    <a:pt x="0" y="621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4" name="Polygon 914"/>
            <p:cNvSpPr/>
            <p:nvPr/>
          </p:nvSpPr>
          <p:spPr>
            <a:xfrm>
              <a:off x="8190334" y="4259570"/>
              <a:ext cx="209926" cy="113690"/>
            </a:xfrm>
            <a:custGeom>
              <a:avLst/>
              <a:gdLst/>
              <a:ahLst/>
              <a:cxnLst/>
              <a:rect l="l" t="t" r="r" b="b"/>
              <a:pathLst>
                <a:path w="209926" h="113690">
                  <a:moveTo>
                    <a:pt x="209926" y="35786"/>
                  </a:moveTo>
                  <a:lnTo>
                    <a:pt x="144016" y="113690"/>
                  </a:lnTo>
                  <a:lnTo>
                    <a:pt x="0" y="779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5" name="Polygon 915"/>
            <p:cNvSpPr/>
            <p:nvPr/>
          </p:nvSpPr>
          <p:spPr>
            <a:xfrm>
              <a:off x="5610237" y="2296230"/>
              <a:ext cx="209926" cy="882816"/>
            </a:xfrm>
            <a:custGeom>
              <a:avLst/>
              <a:gdLst/>
              <a:ahLst/>
              <a:cxnLst/>
              <a:rect l="l" t="t" r="r" b="b"/>
              <a:pathLst>
                <a:path w="209926" h="882816">
                  <a:moveTo>
                    <a:pt x="209926" y="0"/>
                  </a:moveTo>
                  <a:lnTo>
                    <a:pt x="144016" y="700564"/>
                  </a:lnTo>
                  <a:lnTo>
                    <a:pt x="0" y="882816"/>
                  </a:lnTo>
                  <a:lnTo>
                    <a:pt x="65910" y="328494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6" name="Polygon 916"/>
            <p:cNvSpPr/>
            <p:nvPr/>
          </p:nvSpPr>
          <p:spPr>
            <a:xfrm>
              <a:off x="7482449" y="4324712"/>
              <a:ext cx="209926" cy="74860"/>
            </a:xfrm>
            <a:custGeom>
              <a:avLst/>
              <a:gdLst/>
              <a:ahLst/>
              <a:cxnLst/>
              <a:rect l="l" t="t" r="r" b="b"/>
              <a:pathLst>
                <a:path w="209926" h="74860">
                  <a:moveTo>
                    <a:pt x="209926" y="5160"/>
                  </a:moveTo>
                  <a:lnTo>
                    <a:pt x="144016" y="74860"/>
                  </a:lnTo>
                  <a:lnTo>
                    <a:pt x="0" y="574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7" name="Polygon 917"/>
            <p:cNvSpPr/>
            <p:nvPr/>
          </p:nvSpPr>
          <p:spPr>
            <a:xfrm>
              <a:off x="4362875" y="4229626"/>
              <a:ext cx="209926" cy="128328"/>
            </a:xfrm>
            <a:custGeom>
              <a:avLst/>
              <a:gdLst/>
              <a:ahLst/>
              <a:cxnLst/>
              <a:rect l="l" t="t" r="r" b="b"/>
              <a:pathLst>
                <a:path w="209926" h="128328">
                  <a:moveTo>
                    <a:pt x="209926" y="39126"/>
                  </a:moveTo>
                  <a:lnTo>
                    <a:pt x="144016" y="128328"/>
                  </a:lnTo>
                  <a:lnTo>
                    <a:pt x="0" y="909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8" name="Polygon 918"/>
            <p:cNvSpPr/>
            <p:nvPr/>
          </p:nvSpPr>
          <p:spPr>
            <a:xfrm>
              <a:off x="4008932" y="4254631"/>
              <a:ext cx="209926" cy="116622"/>
            </a:xfrm>
            <a:custGeom>
              <a:avLst/>
              <a:gdLst/>
              <a:ahLst/>
              <a:cxnLst/>
              <a:rect l="l" t="t" r="r" b="b"/>
              <a:pathLst>
                <a:path w="209926" h="116622">
                  <a:moveTo>
                    <a:pt x="209926" y="32301"/>
                  </a:moveTo>
                  <a:lnTo>
                    <a:pt x="144016" y="116622"/>
                  </a:lnTo>
                  <a:lnTo>
                    <a:pt x="0" y="82331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19" name="Polygon 919"/>
            <p:cNvSpPr/>
            <p:nvPr/>
          </p:nvSpPr>
          <p:spPr>
            <a:xfrm>
              <a:off x="6186302" y="2767170"/>
              <a:ext cx="209927" cy="875054"/>
            </a:xfrm>
            <a:custGeom>
              <a:avLst/>
              <a:gdLst/>
              <a:ahLst/>
              <a:cxnLst/>
              <a:rect l="l" t="t" r="r" b="b"/>
              <a:pathLst>
                <a:path w="209927" h="875054">
                  <a:moveTo>
                    <a:pt x="209927" y="512121"/>
                  </a:moveTo>
                  <a:lnTo>
                    <a:pt x="144017" y="875054"/>
                  </a:lnTo>
                  <a:lnTo>
                    <a:pt x="0" y="5543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B3318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0" name="Polygon 920"/>
            <p:cNvSpPr/>
            <p:nvPr/>
          </p:nvSpPr>
          <p:spPr>
            <a:xfrm>
              <a:off x="7836391" y="4274935"/>
              <a:ext cx="209927" cy="106295"/>
            </a:xfrm>
            <a:custGeom>
              <a:avLst/>
              <a:gdLst/>
              <a:ahLst/>
              <a:cxnLst/>
              <a:rect l="l" t="t" r="r" b="b"/>
              <a:pathLst>
                <a:path w="209927" h="106295">
                  <a:moveTo>
                    <a:pt x="209927" y="28585"/>
                  </a:moveTo>
                  <a:lnTo>
                    <a:pt x="144017" y="106295"/>
                  </a:lnTo>
                  <a:lnTo>
                    <a:pt x="0" y="760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1" name="Polygon 921"/>
            <p:cNvSpPr/>
            <p:nvPr/>
          </p:nvSpPr>
          <p:spPr>
            <a:xfrm>
              <a:off x="3654989" y="4267873"/>
              <a:ext cx="209926" cy="113790"/>
            </a:xfrm>
            <a:custGeom>
              <a:avLst/>
              <a:gdLst/>
              <a:ahLst/>
              <a:cxnLst/>
              <a:rect l="l" t="t" r="r" b="b"/>
              <a:pathLst>
                <a:path w="209926" h="113790">
                  <a:moveTo>
                    <a:pt x="209926" y="34721"/>
                  </a:moveTo>
                  <a:lnTo>
                    <a:pt x="144016" y="113790"/>
                  </a:lnTo>
                  <a:lnTo>
                    <a:pt x="0" y="784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2" name="Polygon 922"/>
            <p:cNvSpPr/>
            <p:nvPr/>
          </p:nvSpPr>
          <p:spPr>
            <a:xfrm>
              <a:off x="5004850" y="4425519"/>
              <a:ext cx="209926" cy="111066"/>
            </a:xfrm>
            <a:custGeom>
              <a:avLst/>
              <a:gdLst/>
              <a:ahLst/>
              <a:cxnLst/>
              <a:rect l="l" t="t" r="r" b="b"/>
              <a:pathLst>
                <a:path w="209926" h="111066">
                  <a:moveTo>
                    <a:pt x="209926" y="106314"/>
                  </a:moveTo>
                  <a:lnTo>
                    <a:pt x="144016" y="111066"/>
                  </a:lnTo>
                  <a:lnTo>
                    <a:pt x="0" y="340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3" name="Polygon 923"/>
            <p:cNvSpPr/>
            <p:nvPr/>
          </p:nvSpPr>
          <p:spPr>
            <a:xfrm>
              <a:off x="3301047" y="4275297"/>
              <a:ext cx="209926" cy="113446"/>
            </a:xfrm>
            <a:custGeom>
              <a:avLst/>
              <a:gdLst/>
              <a:ahLst/>
              <a:cxnLst/>
              <a:rect l="l" t="t" r="r" b="b"/>
              <a:pathLst>
                <a:path w="209926" h="113446">
                  <a:moveTo>
                    <a:pt x="209926" y="35543"/>
                  </a:moveTo>
                  <a:lnTo>
                    <a:pt x="144016" y="113446"/>
                  </a:lnTo>
                  <a:lnTo>
                    <a:pt x="0" y="778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4" name="Polygon 924"/>
            <p:cNvSpPr/>
            <p:nvPr/>
          </p:nvSpPr>
          <p:spPr>
            <a:xfrm>
              <a:off x="6774563" y="4344748"/>
              <a:ext cx="209926" cy="38683"/>
            </a:xfrm>
            <a:custGeom>
              <a:avLst/>
              <a:gdLst/>
              <a:ahLst/>
              <a:cxnLst/>
              <a:rect l="l" t="t" r="r" b="b"/>
              <a:pathLst>
                <a:path w="209926" h="38683">
                  <a:moveTo>
                    <a:pt x="209926" y="32492"/>
                  </a:moveTo>
                  <a:lnTo>
                    <a:pt x="144016" y="38683"/>
                  </a:lnTo>
                  <a:lnTo>
                    <a:pt x="0" y="0"/>
                  </a:lnTo>
                  <a:lnTo>
                    <a:pt x="65910" y="6572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5" name="Polygon 925"/>
            <p:cNvSpPr/>
            <p:nvPr/>
          </p:nvSpPr>
          <p:spPr>
            <a:xfrm>
              <a:off x="2947104" y="4281915"/>
              <a:ext cx="209927" cy="113424"/>
            </a:xfrm>
            <a:custGeom>
              <a:avLst/>
              <a:gdLst/>
              <a:ahLst/>
              <a:cxnLst/>
              <a:rect l="l" t="t" r="r" b="b"/>
              <a:pathLst>
                <a:path w="209927" h="113424">
                  <a:moveTo>
                    <a:pt x="209927" y="35611"/>
                  </a:moveTo>
                  <a:lnTo>
                    <a:pt x="144017" y="113424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6" name="Polygon 926"/>
            <p:cNvSpPr/>
            <p:nvPr/>
          </p:nvSpPr>
          <p:spPr>
            <a:xfrm>
              <a:off x="5646825" y="4674009"/>
              <a:ext cx="209926" cy="42210"/>
            </a:xfrm>
            <a:custGeom>
              <a:avLst/>
              <a:gdLst/>
              <a:ahLst/>
              <a:cxnLst/>
              <a:rect l="l" t="t" r="r" b="b"/>
              <a:pathLst>
                <a:path w="209926" h="42210">
                  <a:moveTo>
                    <a:pt x="209926" y="0"/>
                  </a:moveTo>
                  <a:lnTo>
                    <a:pt x="144016" y="270"/>
                  </a:lnTo>
                  <a:lnTo>
                    <a:pt x="0" y="18683"/>
                  </a:lnTo>
                  <a:lnTo>
                    <a:pt x="65910" y="42210"/>
                  </a:lnTo>
                  <a:close/>
                </a:path>
              </a:pathLst>
            </a:custGeom>
            <a:solidFill>
              <a:srgbClr val="29078F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7" name="Polygon 927"/>
            <p:cNvSpPr/>
            <p:nvPr/>
          </p:nvSpPr>
          <p:spPr>
            <a:xfrm>
              <a:off x="2593161" y="4288504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8" name="Polygon 928"/>
            <p:cNvSpPr/>
            <p:nvPr/>
          </p:nvSpPr>
          <p:spPr>
            <a:xfrm>
              <a:off x="5148866" y="4531833"/>
              <a:ext cx="209926" cy="89636"/>
            </a:xfrm>
            <a:custGeom>
              <a:avLst/>
              <a:gdLst/>
              <a:ahLst/>
              <a:cxnLst/>
              <a:rect l="l" t="t" r="r" b="b"/>
              <a:pathLst>
                <a:path w="209926" h="89636">
                  <a:moveTo>
                    <a:pt x="209926" y="89636"/>
                  </a:moveTo>
                  <a:lnTo>
                    <a:pt x="144016" y="71965"/>
                  </a:lnTo>
                  <a:lnTo>
                    <a:pt x="0" y="475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29" name="Polygon 929"/>
            <p:cNvSpPr/>
            <p:nvPr/>
          </p:nvSpPr>
          <p:spPr>
            <a:xfrm>
              <a:off x="4506891" y="4268752"/>
              <a:ext cx="209926" cy="132398"/>
            </a:xfrm>
            <a:custGeom>
              <a:avLst/>
              <a:gdLst/>
              <a:ahLst/>
              <a:cxnLst/>
              <a:rect l="l" t="t" r="r" b="b"/>
              <a:pathLst>
                <a:path w="209926" h="132398">
                  <a:moveTo>
                    <a:pt x="209926" y="51028"/>
                  </a:moveTo>
                  <a:lnTo>
                    <a:pt x="144016" y="132398"/>
                  </a:lnTo>
                  <a:lnTo>
                    <a:pt x="0" y="892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0" name="Polygon 930"/>
            <p:cNvSpPr/>
            <p:nvPr/>
          </p:nvSpPr>
          <p:spPr>
            <a:xfrm>
              <a:off x="8334350" y="4295357"/>
              <a:ext cx="209926" cy="113975"/>
            </a:xfrm>
            <a:custGeom>
              <a:avLst/>
              <a:gdLst/>
              <a:ahLst/>
              <a:cxnLst/>
              <a:rect l="l" t="t" r="r" b="b"/>
              <a:pathLst>
                <a:path w="209926" h="113975">
                  <a:moveTo>
                    <a:pt x="209926" y="36111"/>
                  </a:moveTo>
                  <a:lnTo>
                    <a:pt x="144016" y="113975"/>
                  </a:lnTo>
                  <a:lnTo>
                    <a:pt x="0" y="779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1" name="Polygon 931"/>
            <p:cNvSpPr/>
            <p:nvPr/>
          </p:nvSpPr>
          <p:spPr>
            <a:xfrm>
              <a:off x="4152949" y="4286932"/>
              <a:ext cx="209926" cy="119163"/>
            </a:xfrm>
            <a:custGeom>
              <a:avLst/>
              <a:gdLst/>
              <a:ahLst/>
              <a:cxnLst/>
              <a:rect l="l" t="t" r="r" b="b"/>
              <a:pathLst>
                <a:path w="209926" h="119163">
                  <a:moveTo>
                    <a:pt x="209926" y="33682"/>
                  </a:moveTo>
                  <a:lnTo>
                    <a:pt x="144016" y="119163"/>
                  </a:lnTo>
                  <a:lnTo>
                    <a:pt x="0" y="843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2" name="Polygon 932"/>
            <p:cNvSpPr/>
            <p:nvPr/>
          </p:nvSpPr>
          <p:spPr>
            <a:xfrm>
              <a:off x="7980408" y="4303521"/>
              <a:ext cx="209926" cy="112064"/>
            </a:xfrm>
            <a:custGeom>
              <a:avLst/>
              <a:gdLst/>
              <a:ahLst/>
              <a:cxnLst/>
              <a:rect l="l" t="t" r="r" b="b"/>
              <a:pathLst>
                <a:path w="209926" h="112064">
                  <a:moveTo>
                    <a:pt x="209926" y="33968"/>
                  </a:moveTo>
                  <a:lnTo>
                    <a:pt x="144016" y="112064"/>
                  </a:lnTo>
                  <a:lnTo>
                    <a:pt x="0" y="777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3" name="Polygon 933"/>
            <p:cNvSpPr/>
            <p:nvPr/>
          </p:nvSpPr>
          <p:spPr>
            <a:xfrm>
              <a:off x="7272522" y="4377878"/>
              <a:ext cx="209926" cy="62674"/>
            </a:xfrm>
            <a:custGeom>
              <a:avLst/>
              <a:gdLst/>
              <a:ahLst/>
              <a:cxnLst/>
              <a:rect l="l" t="t" r="r" b="b"/>
              <a:pathLst>
                <a:path w="209926" h="62674">
                  <a:moveTo>
                    <a:pt x="209926" y="4303"/>
                  </a:moveTo>
                  <a:lnTo>
                    <a:pt x="144016" y="62674"/>
                  </a:lnTo>
                  <a:lnTo>
                    <a:pt x="0" y="382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4" name="Polygon 934"/>
            <p:cNvSpPr/>
            <p:nvPr/>
          </p:nvSpPr>
          <p:spPr>
            <a:xfrm>
              <a:off x="6420621" y="4288350"/>
              <a:ext cx="209926" cy="65739"/>
            </a:xfrm>
            <a:custGeom>
              <a:avLst/>
              <a:gdLst/>
              <a:ahLst/>
              <a:cxnLst/>
              <a:rect l="l" t="t" r="r" b="b"/>
              <a:pathLst>
                <a:path w="209926" h="65739">
                  <a:moveTo>
                    <a:pt x="209926" y="23538"/>
                  </a:moveTo>
                  <a:lnTo>
                    <a:pt x="144016" y="62681"/>
                  </a:lnTo>
                  <a:lnTo>
                    <a:pt x="0" y="657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5" name="Polygon 935"/>
            <p:cNvSpPr/>
            <p:nvPr/>
          </p:nvSpPr>
          <p:spPr>
            <a:xfrm>
              <a:off x="3799005" y="4302594"/>
              <a:ext cx="209927" cy="114330"/>
            </a:xfrm>
            <a:custGeom>
              <a:avLst/>
              <a:gdLst/>
              <a:ahLst/>
              <a:cxnLst/>
              <a:rect l="l" t="t" r="r" b="b"/>
              <a:pathLst>
                <a:path w="209927" h="114330">
                  <a:moveTo>
                    <a:pt x="209927" y="34368"/>
                  </a:moveTo>
                  <a:lnTo>
                    <a:pt x="144017" y="114330"/>
                  </a:lnTo>
                  <a:lnTo>
                    <a:pt x="0" y="790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6" name="Polygon 936"/>
            <p:cNvSpPr/>
            <p:nvPr/>
          </p:nvSpPr>
          <p:spPr>
            <a:xfrm>
              <a:off x="6017894" y="1444120"/>
              <a:ext cx="209926" cy="540861"/>
            </a:xfrm>
            <a:custGeom>
              <a:avLst/>
              <a:gdLst/>
              <a:ahLst/>
              <a:cxnLst/>
              <a:rect l="l" t="t" r="r" b="b"/>
              <a:pathLst>
                <a:path w="209926" h="540861">
                  <a:moveTo>
                    <a:pt x="209926" y="439940"/>
                  </a:moveTo>
                  <a:lnTo>
                    <a:pt x="144016" y="0"/>
                  </a:lnTo>
                  <a:lnTo>
                    <a:pt x="0" y="142823"/>
                  </a:lnTo>
                  <a:lnTo>
                    <a:pt x="65910" y="540861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7" name="Polygon 937"/>
            <p:cNvSpPr/>
            <p:nvPr/>
          </p:nvSpPr>
          <p:spPr>
            <a:xfrm>
              <a:off x="7626465" y="4329872"/>
              <a:ext cx="209926" cy="96643"/>
            </a:xfrm>
            <a:custGeom>
              <a:avLst/>
              <a:gdLst/>
              <a:ahLst/>
              <a:cxnLst/>
              <a:rect l="l" t="t" r="r" b="b"/>
              <a:pathLst>
                <a:path w="209926" h="96643">
                  <a:moveTo>
                    <a:pt x="209926" y="21124"/>
                  </a:moveTo>
                  <a:lnTo>
                    <a:pt x="144016" y="96643"/>
                  </a:lnTo>
                  <a:lnTo>
                    <a:pt x="0" y="697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8" name="Polygon 938"/>
            <p:cNvSpPr/>
            <p:nvPr/>
          </p:nvSpPr>
          <p:spPr>
            <a:xfrm>
              <a:off x="3445063" y="4310840"/>
              <a:ext cx="209926" cy="113507"/>
            </a:xfrm>
            <a:custGeom>
              <a:avLst/>
              <a:gdLst/>
              <a:ahLst/>
              <a:cxnLst/>
              <a:rect l="l" t="t" r="r" b="b"/>
              <a:pathLst>
                <a:path w="209926" h="113507">
                  <a:moveTo>
                    <a:pt x="209926" y="35464"/>
                  </a:moveTo>
                  <a:lnTo>
                    <a:pt x="144016" y="113507"/>
                  </a:lnTo>
                  <a:lnTo>
                    <a:pt x="0" y="779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39" name="Polygon 939"/>
            <p:cNvSpPr/>
            <p:nvPr/>
          </p:nvSpPr>
          <p:spPr>
            <a:xfrm>
              <a:off x="5292882" y="4603798"/>
              <a:ext cx="209926" cy="73541"/>
            </a:xfrm>
            <a:custGeom>
              <a:avLst/>
              <a:gdLst/>
              <a:ahLst/>
              <a:cxnLst/>
              <a:rect l="l" t="t" r="r" b="b"/>
              <a:pathLst>
                <a:path w="209926" h="73541">
                  <a:moveTo>
                    <a:pt x="209926" y="73541"/>
                  </a:moveTo>
                  <a:lnTo>
                    <a:pt x="144016" y="47461"/>
                  </a:lnTo>
                  <a:lnTo>
                    <a:pt x="0" y="0"/>
                  </a:lnTo>
                  <a:lnTo>
                    <a:pt x="65910" y="17671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0" name="Polygon 940"/>
            <p:cNvSpPr/>
            <p:nvPr/>
          </p:nvSpPr>
          <p:spPr>
            <a:xfrm>
              <a:off x="6918579" y="4377239"/>
              <a:ext cx="209927" cy="47073"/>
            </a:xfrm>
            <a:custGeom>
              <a:avLst/>
              <a:gdLst/>
              <a:ahLst/>
              <a:cxnLst/>
              <a:rect l="l" t="t" r="r" b="b"/>
              <a:pathLst>
                <a:path w="209927" h="47073">
                  <a:moveTo>
                    <a:pt x="209927" y="18980"/>
                  </a:moveTo>
                  <a:lnTo>
                    <a:pt x="144017" y="47073"/>
                  </a:lnTo>
                  <a:lnTo>
                    <a:pt x="0" y="61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1" name="Polygon 941"/>
            <p:cNvSpPr/>
            <p:nvPr/>
          </p:nvSpPr>
          <p:spPr>
            <a:xfrm>
              <a:off x="3091121" y="4317526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09"/>
                  </a:moveTo>
                  <a:lnTo>
                    <a:pt x="144016" y="113428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2" name="Polygon 942"/>
            <p:cNvSpPr/>
            <p:nvPr/>
          </p:nvSpPr>
          <p:spPr>
            <a:xfrm>
              <a:off x="2737177" y="4324115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3" name="Polygon 943"/>
            <p:cNvSpPr/>
            <p:nvPr/>
          </p:nvSpPr>
          <p:spPr>
            <a:xfrm>
              <a:off x="4650907" y="4319780"/>
              <a:ext cx="209926" cy="131286"/>
            </a:xfrm>
            <a:custGeom>
              <a:avLst/>
              <a:gdLst/>
              <a:ahLst/>
              <a:cxnLst/>
              <a:rect l="l" t="t" r="r" b="b"/>
              <a:pathLst>
                <a:path w="209926" h="131286">
                  <a:moveTo>
                    <a:pt x="209926" y="64696"/>
                  </a:moveTo>
                  <a:lnTo>
                    <a:pt x="144016" y="131286"/>
                  </a:lnTo>
                  <a:lnTo>
                    <a:pt x="0" y="813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4" name="Polygon 944"/>
            <p:cNvSpPr/>
            <p:nvPr/>
          </p:nvSpPr>
          <p:spPr>
            <a:xfrm>
              <a:off x="6252212" y="2325252"/>
              <a:ext cx="209927" cy="954039"/>
            </a:xfrm>
            <a:custGeom>
              <a:avLst/>
              <a:gdLst/>
              <a:ahLst/>
              <a:cxnLst/>
              <a:rect l="l" t="t" r="r" b="b"/>
              <a:pathLst>
                <a:path w="209927" h="954039">
                  <a:moveTo>
                    <a:pt x="209927" y="658363"/>
                  </a:moveTo>
                  <a:lnTo>
                    <a:pt x="144017" y="954039"/>
                  </a:lnTo>
                  <a:lnTo>
                    <a:pt x="0" y="4419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5" name="Polygon 945"/>
            <p:cNvSpPr/>
            <p:nvPr/>
          </p:nvSpPr>
          <p:spPr>
            <a:xfrm>
              <a:off x="6210694" y="4354089"/>
              <a:ext cx="209926" cy="123834"/>
            </a:xfrm>
            <a:custGeom>
              <a:avLst/>
              <a:gdLst/>
              <a:ahLst/>
              <a:cxnLst/>
              <a:rect l="l" t="t" r="r" b="b"/>
              <a:pathLst>
                <a:path w="209926" h="123834">
                  <a:moveTo>
                    <a:pt x="209926" y="0"/>
                  </a:moveTo>
                  <a:lnTo>
                    <a:pt x="144016" y="75061"/>
                  </a:lnTo>
                  <a:lnTo>
                    <a:pt x="0" y="123834"/>
                  </a:lnTo>
                  <a:lnTo>
                    <a:pt x="65910" y="37337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6" name="Polygon 946"/>
            <p:cNvSpPr/>
            <p:nvPr/>
          </p:nvSpPr>
          <p:spPr>
            <a:xfrm>
              <a:off x="2383235" y="4330705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7" name="Polygon 947"/>
            <p:cNvSpPr/>
            <p:nvPr/>
          </p:nvSpPr>
          <p:spPr>
            <a:xfrm>
              <a:off x="6318122" y="2110907"/>
              <a:ext cx="209927" cy="872708"/>
            </a:xfrm>
            <a:custGeom>
              <a:avLst/>
              <a:gdLst/>
              <a:ahLst/>
              <a:cxnLst/>
              <a:rect l="l" t="t" r="r" b="b"/>
              <a:pathLst>
                <a:path w="209927" h="872708">
                  <a:moveTo>
                    <a:pt x="209927" y="713201"/>
                  </a:moveTo>
                  <a:lnTo>
                    <a:pt x="144017" y="872708"/>
                  </a:lnTo>
                  <a:lnTo>
                    <a:pt x="0" y="21434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8" name="Polygon 948"/>
            <p:cNvSpPr/>
            <p:nvPr/>
          </p:nvSpPr>
          <p:spPr>
            <a:xfrm>
              <a:off x="6000768" y="4477923"/>
              <a:ext cx="209926" cy="129851"/>
            </a:xfrm>
            <a:custGeom>
              <a:avLst/>
              <a:gdLst/>
              <a:ahLst/>
              <a:cxnLst/>
              <a:rect l="l" t="t" r="r" b="b"/>
              <a:pathLst>
                <a:path w="209926" h="129851">
                  <a:moveTo>
                    <a:pt x="209926" y="0"/>
                  </a:moveTo>
                  <a:lnTo>
                    <a:pt x="144016" y="68121"/>
                  </a:lnTo>
                  <a:lnTo>
                    <a:pt x="0" y="129851"/>
                  </a:lnTo>
                  <a:lnTo>
                    <a:pt x="65910" y="79077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49" name="Polygon 949"/>
            <p:cNvSpPr/>
            <p:nvPr/>
          </p:nvSpPr>
          <p:spPr>
            <a:xfrm>
              <a:off x="8478366" y="4331468"/>
              <a:ext cx="209926" cy="113801"/>
            </a:xfrm>
            <a:custGeom>
              <a:avLst/>
              <a:gdLst/>
              <a:ahLst/>
              <a:cxnLst/>
              <a:rect l="l" t="t" r="r" b="b"/>
              <a:pathLst>
                <a:path w="209926" h="113801">
                  <a:moveTo>
                    <a:pt x="209926" y="35966"/>
                  </a:moveTo>
                  <a:lnTo>
                    <a:pt x="144016" y="113801"/>
                  </a:lnTo>
                  <a:lnTo>
                    <a:pt x="0" y="778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0" name="Polygon 950"/>
            <p:cNvSpPr/>
            <p:nvPr/>
          </p:nvSpPr>
          <p:spPr>
            <a:xfrm>
              <a:off x="4296965" y="4320614"/>
              <a:ext cx="209926" cy="121782"/>
            </a:xfrm>
            <a:custGeom>
              <a:avLst/>
              <a:gdLst/>
              <a:ahLst/>
              <a:cxnLst/>
              <a:rect l="l" t="t" r="r" b="b"/>
              <a:pathLst>
                <a:path w="209926" h="121782">
                  <a:moveTo>
                    <a:pt x="209926" y="37340"/>
                  </a:moveTo>
                  <a:lnTo>
                    <a:pt x="144016" y="121782"/>
                  </a:lnTo>
                  <a:lnTo>
                    <a:pt x="0" y="854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1" name="Polygon 951"/>
            <p:cNvSpPr/>
            <p:nvPr/>
          </p:nvSpPr>
          <p:spPr>
            <a:xfrm>
              <a:off x="8124424" y="4337489"/>
              <a:ext cx="209926" cy="113830"/>
            </a:xfrm>
            <a:custGeom>
              <a:avLst/>
              <a:gdLst/>
              <a:ahLst/>
              <a:cxnLst/>
              <a:rect l="l" t="t" r="r" b="b"/>
              <a:pathLst>
                <a:path w="209926" h="113830">
                  <a:moveTo>
                    <a:pt x="209926" y="35772"/>
                  </a:moveTo>
                  <a:lnTo>
                    <a:pt x="144016" y="113830"/>
                  </a:lnTo>
                  <a:lnTo>
                    <a:pt x="0" y="780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2" name="Polygon 952"/>
            <p:cNvSpPr/>
            <p:nvPr/>
          </p:nvSpPr>
          <p:spPr>
            <a:xfrm>
              <a:off x="6161910" y="1444120"/>
              <a:ext cx="209926" cy="612084"/>
            </a:xfrm>
            <a:custGeom>
              <a:avLst/>
              <a:gdLst/>
              <a:ahLst/>
              <a:cxnLst/>
              <a:rect l="l" t="t" r="r" b="b"/>
              <a:pathLst>
                <a:path w="209926" h="612084">
                  <a:moveTo>
                    <a:pt x="209926" y="612084"/>
                  </a:moveTo>
                  <a:lnTo>
                    <a:pt x="144016" y="214046"/>
                  </a:lnTo>
                  <a:lnTo>
                    <a:pt x="0" y="0"/>
                  </a:lnTo>
                  <a:lnTo>
                    <a:pt x="65910" y="439940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3" name="Polygon 953"/>
            <p:cNvSpPr/>
            <p:nvPr/>
          </p:nvSpPr>
          <p:spPr>
            <a:xfrm>
              <a:off x="3943022" y="4336962"/>
              <a:ext cx="209926" cy="115200"/>
            </a:xfrm>
            <a:custGeom>
              <a:avLst/>
              <a:gdLst/>
              <a:ahLst/>
              <a:cxnLst/>
              <a:rect l="l" t="t" r="r" b="b"/>
              <a:pathLst>
                <a:path w="209926" h="115200">
                  <a:moveTo>
                    <a:pt x="209926" y="34291"/>
                  </a:moveTo>
                  <a:lnTo>
                    <a:pt x="144016" y="115200"/>
                  </a:lnTo>
                  <a:lnTo>
                    <a:pt x="0" y="799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4" name="Polygon 954"/>
            <p:cNvSpPr/>
            <p:nvPr/>
          </p:nvSpPr>
          <p:spPr>
            <a:xfrm>
              <a:off x="7770481" y="4350995"/>
              <a:ext cx="209927" cy="107913"/>
            </a:xfrm>
            <a:custGeom>
              <a:avLst/>
              <a:gdLst/>
              <a:ahLst/>
              <a:cxnLst/>
              <a:rect l="l" t="t" r="r" b="b"/>
              <a:pathLst>
                <a:path w="209927" h="107913">
                  <a:moveTo>
                    <a:pt x="209927" y="30235"/>
                  </a:moveTo>
                  <a:lnTo>
                    <a:pt x="144017" y="107913"/>
                  </a:lnTo>
                  <a:lnTo>
                    <a:pt x="0" y="7551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5" name="Polygon 955"/>
            <p:cNvSpPr/>
            <p:nvPr/>
          </p:nvSpPr>
          <p:spPr>
            <a:xfrm>
              <a:off x="6564637" y="4311888"/>
              <a:ext cx="209926" cy="65940"/>
            </a:xfrm>
            <a:custGeom>
              <a:avLst/>
              <a:gdLst/>
              <a:ahLst/>
              <a:cxnLst/>
              <a:rect l="l" t="t" r="r" b="b"/>
              <a:pathLst>
                <a:path w="209926" h="65940">
                  <a:moveTo>
                    <a:pt x="209926" y="32859"/>
                  </a:moveTo>
                  <a:lnTo>
                    <a:pt x="144016" y="65940"/>
                  </a:lnTo>
                  <a:lnTo>
                    <a:pt x="0" y="391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6" name="Polygon 956"/>
            <p:cNvSpPr/>
            <p:nvPr/>
          </p:nvSpPr>
          <p:spPr>
            <a:xfrm>
              <a:off x="7416538" y="4382181"/>
              <a:ext cx="209926" cy="87450"/>
            </a:xfrm>
            <a:custGeom>
              <a:avLst/>
              <a:gdLst/>
              <a:ahLst/>
              <a:cxnLst/>
              <a:rect l="l" t="t" r="r" b="b"/>
              <a:pathLst>
                <a:path w="209926" h="87450">
                  <a:moveTo>
                    <a:pt x="209926" y="17391"/>
                  </a:moveTo>
                  <a:lnTo>
                    <a:pt x="144016" y="87450"/>
                  </a:lnTo>
                  <a:lnTo>
                    <a:pt x="0" y="583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7" name="Polygon 957"/>
            <p:cNvSpPr/>
            <p:nvPr/>
          </p:nvSpPr>
          <p:spPr>
            <a:xfrm>
              <a:off x="3589079" y="4346304"/>
              <a:ext cx="209926" cy="113639"/>
            </a:xfrm>
            <a:custGeom>
              <a:avLst/>
              <a:gdLst/>
              <a:ahLst/>
              <a:cxnLst/>
              <a:rect l="l" t="t" r="r" b="b"/>
              <a:pathLst>
                <a:path w="209926" h="113639">
                  <a:moveTo>
                    <a:pt x="209926" y="35360"/>
                  </a:moveTo>
                  <a:lnTo>
                    <a:pt x="144016" y="113639"/>
                  </a:lnTo>
                  <a:lnTo>
                    <a:pt x="0" y="780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8" name="Polygon 958"/>
            <p:cNvSpPr/>
            <p:nvPr/>
          </p:nvSpPr>
          <p:spPr>
            <a:xfrm>
              <a:off x="5807968" y="1486320"/>
              <a:ext cx="209926" cy="540861"/>
            </a:xfrm>
            <a:custGeom>
              <a:avLst/>
              <a:gdLst/>
              <a:ahLst/>
              <a:cxnLst/>
              <a:rect l="l" t="t" r="r" b="b"/>
              <a:pathLst>
                <a:path w="209926" h="540861">
                  <a:moveTo>
                    <a:pt x="209926" y="100622"/>
                  </a:moveTo>
                  <a:lnTo>
                    <a:pt x="144016" y="0"/>
                  </a:lnTo>
                  <a:lnTo>
                    <a:pt x="0" y="482141"/>
                  </a:lnTo>
                  <a:lnTo>
                    <a:pt x="65910" y="540861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59" name="Polygon 959"/>
            <p:cNvSpPr/>
            <p:nvPr/>
          </p:nvSpPr>
          <p:spPr>
            <a:xfrm>
              <a:off x="5436899" y="4651259"/>
              <a:ext cx="209926" cy="41433"/>
            </a:xfrm>
            <a:custGeom>
              <a:avLst/>
              <a:gdLst/>
              <a:ahLst/>
              <a:cxnLst/>
              <a:rect l="l" t="t" r="r" b="b"/>
              <a:pathLst>
                <a:path w="209926" h="41433">
                  <a:moveTo>
                    <a:pt x="209926" y="41433"/>
                  </a:moveTo>
                  <a:lnTo>
                    <a:pt x="144016" y="23762"/>
                  </a:lnTo>
                  <a:lnTo>
                    <a:pt x="0" y="0"/>
                  </a:lnTo>
                  <a:lnTo>
                    <a:pt x="65910" y="26079"/>
                  </a:lnTo>
                  <a:close/>
                </a:path>
              </a:pathLst>
            </a:custGeom>
            <a:solidFill>
              <a:srgbClr val="330692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0" name="Polygon 960"/>
            <p:cNvSpPr/>
            <p:nvPr/>
          </p:nvSpPr>
          <p:spPr>
            <a:xfrm>
              <a:off x="4794923" y="4384476"/>
              <a:ext cx="209927" cy="121645"/>
            </a:xfrm>
            <a:custGeom>
              <a:avLst/>
              <a:gdLst/>
              <a:ahLst/>
              <a:cxnLst/>
              <a:rect l="l" t="t" r="r" b="b"/>
              <a:pathLst>
                <a:path w="209927" h="121645">
                  <a:moveTo>
                    <a:pt x="209927" y="75140"/>
                  </a:moveTo>
                  <a:lnTo>
                    <a:pt x="144017" y="121645"/>
                  </a:lnTo>
                  <a:lnTo>
                    <a:pt x="0" y="665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1" name="Polygon 961"/>
            <p:cNvSpPr/>
            <p:nvPr/>
          </p:nvSpPr>
          <p:spPr>
            <a:xfrm>
              <a:off x="5790841" y="4607773"/>
              <a:ext cx="209927" cy="66505"/>
            </a:xfrm>
            <a:custGeom>
              <a:avLst/>
              <a:gdLst/>
              <a:ahLst/>
              <a:cxnLst/>
              <a:rect l="l" t="t" r="r" b="b"/>
              <a:pathLst>
                <a:path w="209927" h="66505">
                  <a:moveTo>
                    <a:pt x="209927" y="0"/>
                  </a:moveTo>
                  <a:lnTo>
                    <a:pt x="144017" y="31414"/>
                  </a:lnTo>
                  <a:lnTo>
                    <a:pt x="0" y="66505"/>
                  </a:lnTo>
                  <a:lnTo>
                    <a:pt x="65910" y="66236"/>
                  </a:lnTo>
                  <a:close/>
                </a:path>
              </a:pathLst>
            </a:custGeom>
            <a:solidFill>
              <a:srgbClr val="36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2" name="Polygon 962"/>
            <p:cNvSpPr/>
            <p:nvPr/>
          </p:nvSpPr>
          <p:spPr>
            <a:xfrm>
              <a:off x="3235137" y="4353136"/>
              <a:ext cx="209926" cy="113442"/>
            </a:xfrm>
            <a:custGeom>
              <a:avLst/>
              <a:gdLst/>
              <a:ahLst/>
              <a:cxnLst/>
              <a:rect l="l" t="t" r="r" b="b"/>
              <a:pathLst>
                <a:path w="209926" h="113442">
                  <a:moveTo>
                    <a:pt x="209926" y="35607"/>
                  </a:moveTo>
                  <a:lnTo>
                    <a:pt x="144016" y="113442"/>
                  </a:lnTo>
                  <a:lnTo>
                    <a:pt x="0" y="778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3" name="Polygon 963"/>
            <p:cNvSpPr/>
            <p:nvPr/>
          </p:nvSpPr>
          <p:spPr>
            <a:xfrm>
              <a:off x="7062596" y="4396220"/>
              <a:ext cx="209926" cy="68670"/>
            </a:xfrm>
            <a:custGeom>
              <a:avLst/>
              <a:gdLst/>
              <a:ahLst/>
              <a:cxnLst/>
              <a:rect l="l" t="t" r="r" b="b"/>
              <a:pathLst>
                <a:path w="209926" h="68670">
                  <a:moveTo>
                    <a:pt x="209926" y="19942"/>
                  </a:moveTo>
                  <a:lnTo>
                    <a:pt x="144016" y="68670"/>
                  </a:lnTo>
                  <a:lnTo>
                    <a:pt x="0" y="280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4" name="Polygon 964"/>
            <p:cNvSpPr/>
            <p:nvPr/>
          </p:nvSpPr>
          <p:spPr>
            <a:xfrm>
              <a:off x="2881193" y="4359726"/>
              <a:ext cx="209927" cy="113425"/>
            </a:xfrm>
            <a:custGeom>
              <a:avLst/>
              <a:gdLst/>
              <a:ahLst/>
              <a:cxnLst/>
              <a:rect l="l" t="t" r="r" b="b"/>
              <a:pathLst>
                <a:path w="209927" h="113425">
                  <a:moveTo>
                    <a:pt x="209927" y="35613"/>
                  </a:moveTo>
                  <a:lnTo>
                    <a:pt x="144017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5" name="Polygon 965"/>
            <p:cNvSpPr/>
            <p:nvPr/>
          </p:nvSpPr>
          <p:spPr>
            <a:xfrm>
              <a:off x="2527251" y="436631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6" name="Polygon 966"/>
            <p:cNvSpPr/>
            <p:nvPr/>
          </p:nvSpPr>
          <p:spPr>
            <a:xfrm>
              <a:off x="6042286" y="2367452"/>
              <a:ext cx="209926" cy="954039"/>
            </a:xfrm>
            <a:custGeom>
              <a:avLst/>
              <a:gdLst/>
              <a:ahLst/>
              <a:cxnLst/>
              <a:rect l="l" t="t" r="r" b="b"/>
              <a:pathLst>
                <a:path w="209926" h="954039">
                  <a:moveTo>
                    <a:pt x="209926" y="399718"/>
                  </a:moveTo>
                  <a:lnTo>
                    <a:pt x="144016" y="954039"/>
                  </a:lnTo>
                  <a:lnTo>
                    <a:pt x="0" y="7005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D3537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7" name="Polygon 967"/>
            <p:cNvSpPr/>
            <p:nvPr/>
          </p:nvSpPr>
          <p:spPr>
            <a:xfrm>
              <a:off x="4440981" y="4357954"/>
              <a:ext cx="209926" cy="123077"/>
            </a:xfrm>
            <a:custGeom>
              <a:avLst/>
              <a:gdLst/>
              <a:ahLst/>
              <a:cxnLst/>
              <a:rect l="l" t="t" r="r" b="b"/>
              <a:pathLst>
                <a:path w="209926" h="123077">
                  <a:moveTo>
                    <a:pt x="209926" y="43195"/>
                  </a:moveTo>
                  <a:lnTo>
                    <a:pt x="144016" y="123077"/>
                  </a:lnTo>
                  <a:lnTo>
                    <a:pt x="0" y="844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8" name="Polygon 968"/>
            <p:cNvSpPr/>
            <p:nvPr/>
          </p:nvSpPr>
          <p:spPr>
            <a:xfrm>
              <a:off x="4938940" y="4459615"/>
              <a:ext cx="209926" cy="102459"/>
            </a:xfrm>
            <a:custGeom>
              <a:avLst/>
              <a:gdLst/>
              <a:ahLst/>
              <a:cxnLst/>
              <a:rect l="l" t="t" r="r" b="b"/>
              <a:pathLst>
                <a:path w="209926" h="102459">
                  <a:moveTo>
                    <a:pt x="209926" y="76970"/>
                  </a:moveTo>
                  <a:lnTo>
                    <a:pt x="144016" y="102459"/>
                  </a:lnTo>
                  <a:lnTo>
                    <a:pt x="0" y="4650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69" name="Polygon 969"/>
            <p:cNvSpPr/>
            <p:nvPr/>
          </p:nvSpPr>
          <p:spPr>
            <a:xfrm>
              <a:off x="8268440" y="4373261"/>
              <a:ext cx="209926" cy="114022"/>
            </a:xfrm>
            <a:custGeom>
              <a:avLst/>
              <a:gdLst/>
              <a:ahLst/>
              <a:cxnLst/>
              <a:rect l="l" t="t" r="r" b="b"/>
              <a:pathLst>
                <a:path w="209926" h="114022">
                  <a:moveTo>
                    <a:pt x="209926" y="36071"/>
                  </a:moveTo>
                  <a:lnTo>
                    <a:pt x="144016" y="114022"/>
                  </a:lnTo>
                  <a:lnTo>
                    <a:pt x="0" y="780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0" name="Polygon 970"/>
            <p:cNvSpPr/>
            <p:nvPr/>
          </p:nvSpPr>
          <p:spPr>
            <a:xfrm>
              <a:off x="4087038" y="4371253"/>
              <a:ext cx="209926" cy="116303"/>
            </a:xfrm>
            <a:custGeom>
              <a:avLst/>
              <a:gdLst/>
              <a:ahLst/>
              <a:cxnLst/>
              <a:rect l="l" t="t" r="r" b="b"/>
              <a:pathLst>
                <a:path w="209926" h="116303">
                  <a:moveTo>
                    <a:pt x="209926" y="34842"/>
                  </a:moveTo>
                  <a:lnTo>
                    <a:pt x="144016" y="116303"/>
                  </a:lnTo>
                  <a:lnTo>
                    <a:pt x="0" y="809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1" name="Polygon 971"/>
            <p:cNvSpPr/>
            <p:nvPr/>
          </p:nvSpPr>
          <p:spPr>
            <a:xfrm>
              <a:off x="5754253" y="2195309"/>
              <a:ext cx="209926" cy="801485"/>
            </a:xfrm>
            <a:custGeom>
              <a:avLst/>
              <a:gdLst/>
              <a:ahLst/>
              <a:cxnLst/>
              <a:rect l="l" t="t" r="r" b="b"/>
              <a:pathLst>
                <a:path w="209926" h="801485">
                  <a:moveTo>
                    <a:pt x="209926" y="0"/>
                  </a:moveTo>
                  <a:lnTo>
                    <a:pt x="144016" y="755402"/>
                  </a:lnTo>
                  <a:lnTo>
                    <a:pt x="0" y="801485"/>
                  </a:lnTo>
                  <a:lnTo>
                    <a:pt x="65910" y="100921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2" name="Polygon 972"/>
            <p:cNvSpPr/>
            <p:nvPr/>
          </p:nvSpPr>
          <p:spPr>
            <a:xfrm>
              <a:off x="7914498" y="4381230"/>
              <a:ext cx="209926" cy="112538"/>
            </a:xfrm>
            <a:custGeom>
              <a:avLst/>
              <a:gdLst/>
              <a:ahLst/>
              <a:cxnLst/>
              <a:rect l="l" t="t" r="r" b="b"/>
              <a:pathLst>
                <a:path w="209926" h="112538">
                  <a:moveTo>
                    <a:pt x="209926" y="34355"/>
                  </a:moveTo>
                  <a:lnTo>
                    <a:pt x="144016" y="112538"/>
                  </a:lnTo>
                  <a:lnTo>
                    <a:pt x="0" y="776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3" name="Polygon 973"/>
            <p:cNvSpPr/>
            <p:nvPr/>
          </p:nvSpPr>
          <p:spPr>
            <a:xfrm>
              <a:off x="6708653" y="4344748"/>
              <a:ext cx="209926" cy="78529"/>
            </a:xfrm>
            <a:custGeom>
              <a:avLst/>
              <a:gdLst/>
              <a:ahLst/>
              <a:cxnLst/>
              <a:rect l="l" t="t" r="r" b="b"/>
              <a:pathLst>
                <a:path w="209926" h="78529">
                  <a:moveTo>
                    <a:pt x="209926" y="38683"/>
                  </a:moveTo>
                  <a:lnTo>
                    <a:pt x="144017" y="78529"/>
                  </a:lnTo>
                  <a:lnTo>
                    <a:pt x="0" y="3308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4" name="Polygon 974"/>
            <p:cNvSpPr/>
            <p:nvPr/>
          </p:nvSpPr>
          <p:spPr>
            <a:xfrm>
              <a:off x="3733095" y="4381664"/>
              <a:ext cx="209927" cy="113869"/>
            </a:xfrm>
            <a:custGeom>
              <a:avLst/>
              <a:gdLst/>
              <a:ahLst/>
              <a:cxnLst/>
              <a:rect l="l" t="t" r="r" b="b"/>
              <a:pathLst>
                <a:path w="209927" h="113869">
                  <a:moveTo>
                    <a:pt x="209927" y="35260"/>
                  </a:moveTo>
                  <a:lnTo>
                    <a:pt x="144017" y="113869"/>
                  </a:lnTo>
                  <a:lnTo>
                    <a:pt x="0" y="7827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5" name="Polygon 975"/>
            <p:cNvSpPr/>
            <p:nvPr/>
          </p:nvSpPr>
          <p:spPr>
            <a:xfrm>
              <a:off x="5676148" y="1742567"/>
              <a:ext cx="209926" cy="882157"/>
            </a:xfrm>
            <a:custGeom>
              <a:avLst/>
              <a:gdLst/>
              <a:ahLst/>
              <a:cxnLst/>
              <a:rect l="l" t="t" r="r" b="b"/>
              <a:pathLst>
                <a:path w="209926" h="882157">
                  <a:moveTo>
                    <a:pt x="209926" y="0"/>
                  </a:moveTo>
                  <a:lnTo>
                    <a:pt x="144016" y="553663"/>
                  </a:lnTo>
                  <a:lnTo>
                    <a:pt x="0" y="882157"/>
                  </a:lnTo>
                  <a:lnTo>
                    <a:pt x="65910" y="440239"/>
                  </a:lnTo>
                  <a:close/>
                </a:path>
              </a:pathLst>
            </a:custGeom>
            <a:solidFill>
              <a:srgbClr val="F1884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6" name="Polygon 976"/>
            <p:cNvSpPr/>
            <p:nvPr/>
          </p:nvSpPr>
          <p:spPr>
            <a:xfrm>
              <a:off x="7560554" y="4399572"/>
              <a:ext cx="209926" cy="102563"/>
            </a:xfrm>
            <a:custGeom>
              <a:avLst/>
              <a:gdLst/>
              <a:ahLst/>
              <a:cxnLst/>
              <a:rect l="l" t="t" r="r" b="b"/>
              <a:pathLst>
                <a:path w="209926" h="102563">
                  <a:moveTo>
                    <a:pt x="209926" y="26942"/>
                  </a:moveTo>
                  <a:lnTo>
                    <a:pt x="144016" y="102563"/>
                  </a:lnTo>
                  <a:lnTo>
                    <a:pt x="0" y="700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7" name="Polygon 977"/>
            <p:cNvSpPr/>
            <p:nvPr/>
          </p:nvSpPr>
          <p:spPr>
            <a:xfrm>
              <a:off x="6354710" y="4351031"/>
              <a:ext cx="209926" cy="78118"/>
            </a:xfrm>
            <a:custGeom>
              <a:avLst/>
              <a:gdLst/>
              <a:ahLst/>
              <a:cxnLst/>
              <a:rect l="l" t="t" r="r" b="b"/>
              <a:pathLst>
                <a:path w="209926" h="78118">
                  <a:moveTo>
                    <a:pt x="209926" y="0"/>
                  </a:moveTo>
                  <a:lnTo>
                    <a:pt x="144016" y="68997"/>
                  </a:lnTo>
                  <a:lnTo>
                    <a:pt x="0" y="78118"/>
                  </a:lnTo>
                  <a:lnTo>
                    <a:pt x="65910" y="3058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8" name="Polygon 978"/>
            <p:cNvSpPr/>
            <p:nvPr/>
          </p:nvSpPr>
          <p:spPr>
            <a:xfrm>
              <a:off x="3379153" y="4388743"/>
              <a:ext cx="209926" cy="113469"/>
            </a:xfrm>
            <a:custGeom>
              <a:avLst/>
              <a:gdLst/>
              <a:ahLst/>
              <a:cxnLst/>
              <a:rect l="l" t="t" r="r" b="b"/>
              <a:pathLst>
                <a:path w="209926" h="113469">
                  <a:moveTo>
                    <a:pt x="209926" y="35603"/>
                  </a:moveTo>
                  <a:lnTo>
                    <a:pt x="144016" y="113469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79" name="Polygon 979"/>
            <p:cNvSpPr/>
            <p:nvPr/>
          </p:nvSpPr>
          <p:spPr>
            <a:xfrm>
              <a:off x="7206612" y="4416161"/>
              <a:ext cx="209926" cy="87896"/>
            </a:xfrm>
            <a:custGeom>
              <a:avLst/>
              <a:gdLst/>
              <a:ahLst/>
              <a:cxnLst/>
              <a:rect l="l" t="t" r="r" b="b"/>
              <a:pathLst>
                <a:path w="209926" h="87896">
                  <a:moveTo>
                    <a:pt x="209926" y="24390"/>
                  </a:moveTo>
                  <a:lnTo>
                    <a:pt x="144016" y="87896"/>
                  </a:lnTo>
                  <a:lnTo>
                    <a:pt x="0" y="487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0" name="Polygon 980"/>
            <p:cNvSpPr/>
            <p:nvPr/>
          </p:nvSpPr>
          <p:spPr>
            <a:xfrm>
              <a:off x="3025210" y="4395339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15"/>
                  </a:moveTo>
                  <a:lnTo>
                    <a:pt x="144016" y="113428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1" name="Polygon 981"/>
            <p:cNvSpPr/>
            <p:nvPr/>
          </p:nvSpPr>
          <p:spPr>
            <a:xfrm>
              <a:off x="5580915" y="4674278"/>
              <a:ext cx="209926" cy="18414"/>
            </a:xfrm>
            <a:custGeom>
              <a:avLst/>
              <a:gdLst/>
              <a:ahLst/>
              <a:cxnLst/>
              <a:rect l="l" t="t" r="r" b="b"/>
              <a:pathLst>
                <a:path w="209926" h="18414">
                  <a:moveTo>
                    <a:pt x="209926" y="0"/>
                  </a:moveTo>
                  <a:lnTo>
                    <a:pt x="144016" y="4752"/>
                  </a:lnTo>
                  <a:lnTo>
                    <a:pt x="0" y="743"/>
                  </a:lnTo>
                  <a:lnTo>
                    <a:pt x="65910" y="18414"/>
                  </a:lnTo>
                  <a:close/>
                </a:path>
              </a:pathLst>
            </a:custGeom>
            <a:solidFill>
              <a:srgbClr val="370693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2" name="Polygon 982"/>
            <p:cNvSpPr/>
            <p:nvPr/>
          </p:nvSpPr>
          <p:spPr>
            <a:xfrm>
              <a:off x="5082956" y="4536585"/>
              <a:ext cx="209926" cy="76646"/>
            </a:xfrm>
            <a:custGeom>
              <a:avLst/>
              <a:gdLst/>
              <a:ahLst/>
              <a:cxnLst/>
              <a:rect l="l" t="t" r="r" b="b"/>
              <a:pathLst>
                <a:path w="209926" h="76646">
                  <a:moveTo>
                    <a:pt x="209926" y="67213"/>
                  </a:moveTo>
                  <a:lnTo>
                    <a:pt x="144016" y="76646"/>
                  </a:lnTo>
                  <a:lnTo>
                    <a:pt x="0" y="254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3" name="Polygon 983"/>
            <p:cNvSpPr/>
            <p:nvPr/>
          </p:nvSpPr>
          <p:spPr>
            <a:xfrm>
              <a:off x="2671267" y="4401927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4" name="Polygon 984"/>
            <p:cNvSpPr/>
            <p:nvPr/>
          </p:nvSpPr>
          <p:spPr>
            <a:xfrm>
              <a:off x="4584997" y="4401149"/>
              <a:ext cx="209926" cy="121198"/>
            </a:xfrm>
            <a:custGeom>
              <a:avLst/>
              <a:gdLst/>
              <a:ahLst/>
              <a:cxnLst/>
              <a:rect l="l" t="t" r="r" b="b"/>
              <a:pathLst>
                <a:path w="209926" h="121198">
                  <a:moveTo>
                    <a:pt x="209926" y="49917"/>
                  </a:moveTo>
                  <a:lnTo>
                    <a:pt x="144016" y="121198"/>
                  </a:lnTo>
                  <a:lnTo>
                    <a:pt x="0" y="798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5" name="Polygon 985"/>
            <p:cNvSpPr/>
            <p:nvPr/>
          </p:nvSpPr>
          <p:spPr>
            <a:xfrm>
              <a:off x="6144784" y="4429150"/>
              <a:ext cx="209926" cy="116894"/>
            </a:xfrm>
            <a:custGeom>
              <a:avLst/>
              <a:gdLst/>
              <a:ahLst/>
              <a:cxnLst/>
              <a:rect l="l" t="t" r="r" b="b"/>
              <a:pathLst>
                <a:path w="209926" h="116894">
                  <a:moveTo>
                    <a:pt x="209926" y="0"/>
                  </a:moveTo>
                  <a:lnTo>
                    <a:pt x="144016" y="80883"/>
                  </a:lnTo>
                  <a:lnTo>
                    <a:pt x="0" y="116894"/>
                  </a:lnTo>
                  <a:lnTo>
                    <a:pt x="65910" y="48773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6" name="Polygon 986"/>
            <p:cNvSpPr/>
            <p:nvPr/>
          </p:nvSpPr>
          <p:spPr>
            <a:xfrm>
              <a:off x="2317325" y="4408518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7" name="Polygon 987"/>
            <p:cNvSpPr/>
            <p:nvPr/>
          </p:nvSpPr>
          <p:spPr>
            <a:xfrm>
              <a:off x="8412456" y="4409332"/>
              <a:ext cx="209926" cy="113811"/>
            </a:xfrm>
            <a:custGeom>
              <a:avLst/>
              <a:gdLst/>
              <a:ahLst/>
              <a:cxnLst/>
              <a:rect l="l" t="t" r="r" b="b"/>
              <a:pathLst>
                <a:path w="209926" h="113811">
                  <a:moveTo>
                    <a:pt x="209926" y="35937"/>
                  </a:moveTo>
                  <a:lnTo>
                    <a:pt x="144016" y="113811"/>
                  </a:lnTo>
                  <a:lnTo>
                    <a:pt x="0" y="779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8" name="Polygon 988"/>
            <p:cNvSpPr/>
            <p:nvPr/>
          </p:nvSpPr>
          <p:spPr>
            <a:xfrm>
              <a:off x="4231055" y="4406095"/>
              <a:ext cx="209926" cy="117266"/>
            </a:xfrm>
            <a:custGeom>
              <a:avLst/>
              <a:gdLst/>
              <a:ahLst/>
              <a:cxnLst/>
              <a:rect l="l" t="t" r="r" b="b"/>
              <a:pathLst>
                <a:path w="209926" h="117266">
                  <a:moveTo>
                    <a:pt x="209926" y="36301"/>
                  </a:moveTo>
                  <a:lnTo>
                    <a:pt x="144016" y="117266"/>
                  </a:lnTo>
                  <a:lnTo>
                    <a:pt x="0" y="814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89" name="Polygon 989"/>
            <p:cNvSpPr/>
            <p:nvPr/>
          </p:nvSpPr>
          <p:spPr>
            <a:xfrm>
              <a:off x="6852670" y="4383431"/>
              <a:ext cx="209926" cy="92338"/>
            </a:xfrm>
            <a:custGeom>
              <a:avLst/>
              <a:gdLst/>
              <a:ahLst/>
              <a:cxnLst/>
              <a:rect l="l" t="t" r="r" b="b"/>
              <a:pathLst>
                <a:path w="209926" h="92338">
                  <a:moveTo>
                    <a:pt x="209926" y="40881"/>
                  </a:moveTo>
                  <a:lnTo>
                    <a:pt x="144016" y="92338"/>
                  </a:lnTo>
                  <a:lnTo>
                    <a:pt x="0" y="39846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0" name="Polygon 990"/>
            <p:cNvSpPr/>
            <p:nvPr/>
          </p:nvSpPr>
          <p:spPr>
            <a:xfrm>
              <a:off x="5898270" y="2195309"/>
              <a:ext cx="209926" cy="872707"/>
            </a:xfrm>
            <a:custGeom>
              <a:avLst/>
              <a:gdLst/>
              <a:ahLst/>
              <a:cxnLst/>
              <a:rect l="l" t="t" r="r" b="b"/>
              <a:pathLst>
                <a:path w="209926" h="872707">
                  <a:moveTo>
                    <a:pt x="209926" y="172143"/>
                  </a:moveTo>
                  <a:lnTo>
                    <a:pt x="144016" y="872707"/>
                  </a:lnTo>
                  <a:lnTo>
                    <a:pt x="0" y="7554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DF6960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1" name="Polygon 991"/>
            <p:cNvSpPr/>
            <p:nvPr/>
          </p:nvSpPr>
          <p:spPr>
            <a:xfrm>
              <a:off x="8058514" y="4415585"/>
              <a:ext cx="209926" cy="113868"/>
            </a:xfrm>
            <a:custGeom>
              <a:avLst/>
              <a:gdLst/>
              <a:ahLst/>
              <a:cxnLst/>
              <a:rect l="l" t="t" r="r" b="b"/>
              <a:pathLst>
                <a:path w="209926" h="113868">
                  <a:moveTo>
                    <a:pt x="209926" y="35734"/>
                  </a:moveTo>
                  <a:lnTo>
                    <a:pt x="144016" y="113868"/>
                  </a:lnTo>
                  <a:lnTo>
                    <a:pt x="0" y="781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2" name="Polygon 992"/>
            <p:cNvSpPr/>
            <p:nvPr/>
          </p:nvSpPr>
          <p:spPr>
            <a:xfrm>
              <a:off x="3877112" y="4416923"/>
              <a:ext cx="209926" cy="114200"/>
            </a:xfrm>
            <a:custGeom>
              <a:avLst/>
              <a:gdLst/>
              <a:ahLst/>
              <a:cxnLst/>
              <a:rect l="l" t="t" r="r" b="b"/>
              <a:pathLst>
                <a:path w="209926" h="114200">
                  <a:moveTo>
                    <a:pt x="209926" y="35239"/>
                  </a:moveTo>
                  <a:lnTo>
                    <a:pt x="144016" y="114200"/>
                  </a:lnTo>
                  <a:lnTo>
                    <a:pt x="0" y="786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3" name="Polygon 993"/>
            <p:cNvSpPr/>
            <p:nvPr/>
          </p:nvSpPr>
          <p:spPr>
            <a:xfrm>
              <a:off x="5934858" y="4546043"/>
              <a:ext cx="209926" cy="93144"/>
            </a:xfrm>
            <a:custGeom>
              <a:avLst/>
              <a:gdLst/>
              <a:ahLst/>
              <a:cxnLst/>
              <a:rect l="l" t="t" r="r" b="b"/>
              <a:pathLst>
                <a:path w="209926" h="93144">
                  <a:moveTo>
                    <a:pt x="209926" y="0"/>
                  </a:moveTo>
                  <a:lnTo>
                    <a:pt x="144016" y="61181"/>
                  </a:lnTo>
                  <a:lnTo>
                    <a:pt x="0" y="93144"/>
                  </a:lnTo>
                  <a:lnTo>
                    <a:pt x="65910" y="6173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4" name="Polygon 994"/>
            <p:cNvSpPr/>
            <p:nvPr/>
          </p:nvSpPr>
          <p:spPr>
            <a:xfrm>
              <a:off x="7704571" y="4426514"/>
              <a:ext cx="209927" cy="110079"/>
            </a:xfrm>
            <a:custGeom>
              <a:avLst/>
              <a:gdLst/>
              <a:ahLst/>
              <a:cxnLst/>
              <a:rect l="l" t="t" r="r" b="b"/>
              <a:pathLst>
                <a:path w="209927" h="110079">
                  <a:moveTo>
                    <a:pt x="209927" y="32395"/>
                  </a:moveTo>
                  <a:lnTo>
                    <a:pt x="144017" y="110079"/>
                  </a:lnTo>
                  <a:lnTo>
                    <a:pt x="0" y="756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5" name="Polygon 995"/>
            <p:cNvSpPr/>
            <p:nvPr/>
          </p:nvSpPr>
          <p:spPr>
            <a:xfrm>
              <a:off x="3523169" y="4424346"/>
              <a:ext cx="209926" cy="113518"/>
            </a:xfrm>
            <a:custGeom>
              <a:avLst/>
              <a:gdLst/>
              <a:ahLst/>
              <a:cxnLst/>
              <a:rect l="l" t="t" r="r" b="b"/>
              <a:pathLst>
                <a:path w="209926" h="113518">
                  <a:moveTo>
                    <a:pt x="209926" y="35597"/>
                  </a:moveTo>
                  <a:lnTo>
                    <a:pt x="144016" y="113518"/>
                  </a:lnTo>
                  <a:lnTo>
                    <a:pt x="0" y="778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6" name="Polygon 996"/>
            <p:cNvSpPr/>
            <p:nvPr/>
          </p:nvSpPr>
          <p:spPr>
            <a:xfrm>
              <a:off x="5742058" y="1486320"/>
              <a:ext cx="209926" cy="696486"/>
            </a:xfrm>
            <a:custGeom>
              <a:avLst/>
              <a:gdLst/>
              <a:ahLst/>
              <a:cxnLst/>
              <a:rect l="l" t="t" r="r" b="b"/>
              <a:pathLst>
                <a:path w="209926" h="696486">
                  <a:moveTo>
                    <a:pt x="209926" y="0"/>
                  </a:moveTo>
                  <a:lnTo>
                    <a:pt x="144016" y="256247"/>
                  </a:lnTo>
                  <a:lnTo>
                    <a:pt x="0" y="696486"/>
                  </a:lnTo>
                  <a:lnTo>
                    <a:pt x="65910" y="482141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7" name="Polygon 997"/>
            <p:cNvSpPr/>
            <p:nvPr/>
          </p:nvSpPr>
          <p:spPr>
            <a:xfrm>
              <a:off x="5226972" y="4603798"/>
              <a:ext cx="209926" cy="50872"/>
            </a:xfrm>
            <a:custGeom>
              <a:avLst/>
              <a:gdLst/>
              <a:ahLst/>
              <a:cxnLst/>
              <a:rect l="l" t="t" r="r" b="b"/>
              <a:pathLst>
                <a:path w="209926" h="50872">
                  <a:moveTo>
                    <a:pt x="209926" y="47461"/>
                  </a:moveTo>
                  <a:lnTo>
                    <a:pt x="144016" y="50872"/>
                  </a:lnTo>
                  <a:lnTo>
                    <a:pt x="0" y="94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8" name="Polygon 998"/>
            <p:cNvSpPr/>
            <p:nvPr/>
          </p:nvSpPr>
          <p:spPr>
            <a:xfrm>
              <a:off x="7350628" y="4440551"/>
              <a:ext cx="209926" cy="101188"/>
            </a:xfrm>
            <a:custGeom>
              <a:avLst/>
              <a:gdLst/>
              <a:ahLst/>
              <a:cxnLst/>
              <a:rect l="l" t="t" r="r" b="b"/>
              <a:pathLst>
                <a:path w="209926" h="101188">
                  <a:moveTo>
                    <a:pt x="209926" y="29080"/>
                  </a:moveTo>
                  <a:lnTo>
                    <a:pt x="144016" y="101188"/>
                  </a:lnTo>
                  <a:lnTo>
                    <a:pt x="0" y="635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999" name="Polygon 999"/>
            <p:cNvSpPr/>
            <p:nvPr/>
          </p:nvSpPr>
          <p:spPr>
            <a:xfrm>
              <a:off x="3169227" y="4430954"/>
              <a:ext cx="209926" cy="113433"/>
            </a:xfrm>
            <a:custGeom>
              <a:avLst/>
              <a:gdLst/>
              <a:ahLst/>
              <a:cxnLst/>
              <a:rect l="l" t="t" r="r" b="b"/>
              <a:pathLst>
                <a:path w="209926" h="113433">
                  <a:moveTo>
                    <a:pt x="209926" y="35624"/>
                  </a:moveTo>
                  <a:lnTo>
                    <a:pt x="144016" y="113433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0" name="Polygon 1000"/>
            <p:cNvSpPr/>
            <p:nvPr/>
          </p:nvSpPr>
          <p:spPr>
            <a:xfrm>
              <a:off x="6498727" y="4351031"/>
              <a:ext cx="209926" cy="94412"/>
            </a:xfrm>
            <a:custGeom>
              <a:avLst/>
              <a:gdLst/>
              <a:ahLst/>
              <a:cxnLst/>
              <a:rect l="l" t="t" r="r" b="b"/>
              <a:pathLst>
                <a:path w="209926" h="94412">
                  <a:moveTo>
                    <a:pt x="209926" y="26797"/>
                  </a:moveTo>
                  <a:lnTo>
                    <a:pt x="144016" y="94412"/>
                  </a:lnTo>
                  <a:lnTo>
                    <a:pt x="0" y="689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1" name="Polygon 1001"/>
            <p:cNvSpPr/>
            <p:nvPr/>
          </p:nvSpPr>
          <p:spPr>
            <a:xfrm>
              <a:off x="4729013" y="4451066"/>
              <a:ext cx="209927" cy="114646"/>
            </a:xfrm>
            <a:custGeom>
              <a:avLst/>
              <a:gdLst/>
              <a:ahLst/>
              <a:cxnLst/>
              <a:rect l="l" t="t" r="r" b="b"/>
              <a:pathLst>
                <a:path w="209927" h="114646">
                  <a:moveTo>
                    <a:pt x="209927" y="55055"/>
                  </a:moveTo>
                  <a:lnTo>
                    <a:pt x="144017" y="114646"/>
                  </a:lnTo>
                  <a:lnTo>
                    <a:pt x="0" y="712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2" name="Polygon 1002"/>
            <p:cNvSpPr/>
            <p:nvPr/>
          </p:nvSpPr>
          <p:spPr>
            <a:xfrm>
              <a:off x="2815283" y="4437538"/>
              <a:ext cx="209927" cy="113425"/>
            </a:xfrm>
            <a:custGeom>
              <a:avLst/>
              <a:gdLst/>
              <a:ahLst/>
              <a:cxnLst/>
              <a:rect l="l" t="t" r="r" b="b"/>
              <a:pathLst>
                <a:path w="209927" h="113425">
                  <a:moveTo>
                    <a:pt x="209927" y="35612"/>
                  </a:moveTo>
                  <a:lnTo>
                    <a:pt x="144017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3" name="Polygon 1003"/>
            <p:cNvSpPr/>
            <p:nvPr/>
          </p:nvSpPr>
          <p:spPr>
            <a:xfrm>
              <a:off x="2461341" y="4444129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4" name="Polygon 1004"/>
            <p:cNvSpPr/>
            <p:nvPr/>
          </p:nvSpPr>
          <p:spPr>
            <a:xfrm>
              <a:off x="6996686" y="4424312"/>
              <a:ext cx="209926" cy="102973"/>
            </a:xfrm>
            <a:custGeom>
              <a:avLst/>
              <a:gdLst/>
              <a:ahLst/>
              <a:cxnLst/>
              <a:rect l="l" t="t" r="r" b="b"/>
              <a:pathLst>
                <a:path w="209926" h="102973">
                  <a:moveTo>
                    <a:pt x="209926" y="40577"/>
                  </a:moveTo>
                  <a:lnTo>
                    <a:pt x="144016" y="102973"/>
                  </a:lnTo>
                  <a:lnTo>
                    <a:pt x="0" y="5145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5" name="Polygon 1005"/>
            <p:cNvSpPr/>
            <p:nvPr/>
          </p:nvSpPr>
          <p:spPr>
            <a:xfrm>
              <a:off x="4375071" y="4442396"/>
              <a:ext cx="209926" cy="117432"/>
            </a:xfrm>
            <a:custGeom>
              <a:avLst/>
              <a:gdLst/>
              <a:ahLst/>
              <a:cxnLst/>
              <a:rect l="l" t="t" r="r" b="b"/>
              <a:pathLst>
                <a:path w="209926" h="117432">
                  <a:moveTo>
                    <a:pt x="209926" y="38635"/>
                  </a:moveTo>
                  <a:lnTo>
                    <a:pt x="144016" y="117432"/>
                  </a:lnTo>
                  <a:lnTo>
                    <a:pt x="0" y="809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6" name="Polygon 1006"/>
            <p:cNvSpPr/>
            <p:nvPr/>
          </p:nvSpPr>
          <p:spPr>
            <a:xfrm>
              <a:off x="5724931" y="4639187"/>
              <a:ext cx="209927" cy="39843"/>
            </a:xfrm>
            <a:custGeom>
              <a:avLst/>
              <a:gdLst/>
              <a:ahLst/>
              <a:cxnLst/>
              <a:rect l="l" t="t" r="r" b="b"/>
              <a:pathLst>
                <a:path w="209927" h="39843">
                  <a:moveTo>
                    <a:pt x="209927" y="0"/>
                  </a:moveTo>
                  <a:lnTo>
                    <a:pt x="144017" y="34097"/>
                  </a:lnTo>
                  <a:lnTo>
                    <a:pt x="0" y="39843"/>
                  </a:lnTo>
                  <a:lnTo>
                    <a:pt x="65910" y="35091"/>
                  </a:lnTo>
                  <a:close/>
                </a:path>
              </a:pathLst>
            </a:custGeom>
            <a:solidFill>
              <a:srgbClr val="3F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7" name="Polygon 1007"/>
            <p:cNvSpPr/>
            <p:nvPr/>
          </p:nvSpPr>
          <p:spPr>
            <a:xfrm>
              <a:off x="8202530" y="4451319"/>
              <a:ext cx="209926" cy="113956"/>
            </a:xfrm>
            <a:custGeom>
              <a:avLst/>
              <a:gdLst/>
              <a:ahLst/>
              <a:cxnLst/>
              <a:rect l="l" t="t" r="r" b="b"/>
              <a:pathLst>
                <a:path w="209926" h="113956">
                  <a:moveTo>
                    <a:pt x="209926" y="35964"/>
                  </a:moveTo>
                  <a:lnTo>
                    <a:pt x="144016" y="113956"/>
                  </a:lnTo>
                  <a:lnTo>
                    <a:pt x="0" y="781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8" name="Polygon 1008"/>
            <p:cNvSpPr/>
            <p:nvPr/>
          </p:nvSpPr>
          <p:spPr>
            <a:xfrm>
              <a:off x="4021128" y="4452162"/>
              <a:ext cx="209926" cy="114560"/>
            </a:xfrm>
            <a:custGeom>
              <a:avLst/>
              <a:gdLst/>
              <a:ahLst/>
              <a:cxnLst/>
              <a:rect l="l" t="t" r="r" b="b"/>
              <a:pathLst>
                <a:path w="209926" h="114560">
                  <a:moveTo>
                    <a:pt x="209926" y="35394"/>
                  </a:moveTo>
                  <a:lnTo>
                    <a:pt x="144016" y="114560"/>
                  </a:lnTo>
                  <a:lnTo>
                    <a:pt x="0" y="789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09" name="Polygon 1009"/>
            <p:cNvSpPr/>
            <p:nvPr/>
          </p:nvSpPr>
          <p:spPr>
            <a:xfrm>
              <a:off x="6240016" y="1557543"/>
              <a:ext cx="209926" cy="612084"/>
            </a:xfrm>
            <a:custGeom>
              <a:avLst/>
              <a:gdLst/>
              <a:ahLst/>
              <a:cxnLst/>
              <a:rect l="l" t="t" r="r" b="b"/>
              <a:pathLst>
                <a:path w="209926" h="612084">
                  <a:moveTo>
                    <a:pt x="209926" y="612084"/>
                  </a:moveTo>
                  <a:lnTo>
                    <a:pt x="144016" y="553363"/>
                  </a:lnTo>
                  <a:lnTo>
                    <a:pt x="0" y="0"/>
                  </a:lnTo>
                  <a:lnTo>
                    <a:pt x="65910" y="100622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0" name="Polygon 1010"/>
            <p:cNvSpPr/>
            <p:nvPr/>
          </p:nvSpPr>
          <p:spPr>
            <a:xfrm>
              <a:off x="7848588" y="4458909"/>
              <a:ext cx="209926" cy="113027"/>
            </a:xfrm>
            <a:custGeom>
              <a:avLst/>
              <a:gdLst/>
              <a:ahLst/>
              <a:cxnLst/>
              <a:rect l="l" t="t" r="r" b="b"/>
              <a:pathLst>
                <a:path w="209926" h="113027">
                  <a:moveTo>
                    <a:pt x="209926" y="34860"/>
                  </a:moveTo>
                  <a:lnTo>
                    <a:pt x="144016" y="113027"/>
                  </a:lnTo>
                  <a:lnTo>
                    <a:pt x="0" y="776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1" name="Polygon 1011"/>
            <p:cNvSpPr/>
            <p:nvPr/>
          </p:nvSpPr>
          <p:spPr>
            <a:xfrm>
              <a:off x="3667185" y="4459943"/>
              <a:ext cx="209927" cy="113589"/>
            </a:xfrm>
            <a:custGeom>
              <a:avLst/>
              <a:gdLst/>
              <a:ahLst/>
              <a:cxnLst/>
              <a:rect l="l" t="t" r="r" b="b"/>
              <a:pathLst>
                <a:path w="209927" h="113589">
                  <a:moveTo>
                    <a:pt x="209927" y="35590"/>
                  </a:moveTo>
                  <a:lnTo>
                    <a:pt x="144017" y="113589"/>
                  </a:lnTo>
                  <a:lnTo>
                    <a:pt x="0" y="779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2" name="Polygon 1012"/>
            <p:cNvSpPr/>
            <p:nvPr/>
          </p:nvSpPr>
          <p:spPr>
            <a:xfrm>
              <a:off x="5370988" y="4651259"/>
              <a:ext cx="209926" cy="33194"/>
            </a:xfrm>
            <a:custGeom>
              <a:avLst/>
              <a:gdLst/>
              <a:ahLst/>
              <a:cxnLst/>
              <a:rect l="l" t="t" r="r" b="b"/>
              <a:pathLst>
                <a:path w="209926" h="33194">
                  <a:moveTo>
                    <a:pt x="209926" y="23762"/>
                  </a:moveTo>
                  <a:lnTo>
                    <a:pt x="144016" y="33194"/>
                  </a:lnTo>
                  <a:lnTo>
                    <a:pt x="0" y="34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00696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3" name="Polygon 1013"/>
            <p:cNvSpPr/>
            <p:nvPr/>
          </p:nvSpPr>
          <p:spPr>
            <a:xfrm>
              <a:off x="4873030" y="4506120"/>
              <a:ext cx="209926" cy="103315"/>
            </a:xfrm>
            <a:custGeom>
              <a:avLst/>
              <a:gdLst/>
              <a:ahLst/>
              <a:cxnLst/>
              <a:rect l="l" t="t" r="r" b="b"/>
              <a:pathLst>
                <a:path w="209926" h="103315">
                  <a:moveTo>
                    <a:pt x="209926" y="55955"/>
                  </a:moveTo>
                  <a:lnTo>
                    <a:pt x="144016" y="103315"/>
                  </a:lnTo>
                  <a:lnTo>
                    <a:pt x="0" y="595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4" name="Polygon 1014"/>
            <p:cNvSpPr/>
            <p:nvPr/>
          </p:nvSpPr>
          <p:spPr>
            <a:xfrm>
              <a:off x="7494644" y="4469631"/>
              <a:ext cx="209926" cy="108704"/>
            </a:xfrm>
            <a:custGeom>
              <a:avLst/>
              <a:gdLst/>
              <a:ahLst/>
              <a:cxnLst/>
              <a:rect l="l" t="t" r="r" b="b"/>
              <a:pathLst>
                <a:path w="209926" h="108704">
                  <a:moveTo>
                    <a:pt x="209926" y="32504"/>
                  </a:moveTo>
                  <a:lnTo>
                    <a:pt x="144016" y="108704"/>
                  </a:lnTo>
                  <a:lnTo>
                    <a:pt x="0" y="721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5" name="Polygon 1015"/>
            <p:cNvSpPr/>
            <p:nvPr/>
          </p:nvSpPr>
          <p:spPr>
            <a:xfrm>
              <a:off x="6288800" y="4420029"/>
              <a:ext cx="209926" cy="90005"/>
            </a:xfrm>
            <a:custGeom>
              <a:avLst/>
              <a:gdLst/>
              <a:ahLst/>
              <a:cxnLst/>
              <a:rect l="l" t="t" r="r" b="b"/>
              <a:pathLst>
                <a:path w="209926" h="90005">
                  <a:moveTo>
                    <a:pt x="209926" y="0"/>
                  </a:moveTo>
                  <a:lnTo>
                    <a:pt x="144016" y="87650"/>
                  </a:lnTo>
                  <a:lnTo>
                    <a:pt x="0" y="90005"/>
                  </a:lnTo>
                  <a:lnTo>
                    <a:pt x="65910" y="9121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6" name="Polygon 1016"/>
            <p:cNvSpPr/>
            <p:nvPr/>
          </p:nvSpPr>
          <p:spPr>
            <a:xfrm>
              <a:off x="3313243" y="4466577"/>
              <a:ext cx="209926" cy="113442"/>
            </a:xfrm>
            <a:custGeom>
              <a:avLst/>
              <a:gdLst/>
              <a:ahLst/>
              <a:cxnLst/>
              <a:rect l="l" t="t" r="r" b="b"/>
              <a:pathLst>
                <a:path w="209926" h="113442">
                  <a:moveTo>
                    <a:pt x="209926" y="35635"/>
                  </a:moveTo>
                  <a:lnTo>
                    <a:pt x="144016" y="113442"/>
                  </a:lnTo>
                  <a:lnTo>
                    <a:pt x="0" y="778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7" name="Polygon 1017"/>
            <p:cNvSpPr/>
            <p:nvPr/>
          </p:nvSpPr>
          <p:spPr>
            <a:xfrm>
              <a:off x="6642743" y="4377828"/>
              <a:ext cx="209927" cy="114607"/>
            </a:xfrm>
            <a:custGeom>
              <a:avLst/>
              <a:gdLst/>
              <a:ahLst/>
              <a:cxnLst/>
              <a:rect l="l" t="t" r="r" b="b"/>
              <a:pathLst>
                <a:path w="209927" h="114607">
                  <a:moveTo>
                    <a:pt x="209927" y="45449"/>
                  </a:moveTo>
                  <a:lnTo>
                    <a:pt x="144017" y="114607"/>
                  </a:lnTo>
                  <a:lnTo>
                    <a:pt x="0" y="6761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8" name="Polygon 1018"/>
            <p:cNvSpPr/>
            <p:nvPr/>
          </p:nvSpPr>
          <p:spPr>
            <a:xfrm>
              <a:off x="2959300" y="4473151"/>
              <a:ext cx="209926" cy="113427"/>
            </a:xfrm>
            <a:custGeom>
              <a:avLst/>
              <a:gdLst/>
              <a:ahLst/>
              <a:cxnLst/>
              <a:rect l="l" t="t" r="r" b="b"/>
              <a:pathLst>
                <a:path w="209926" h="113427">
                  <a:moveTo>
                    <a:pt x="209926" y="35616"/>
                  </a:moveTo>
                  <a:lnTo>
                    <a:pt x="144016" y="113427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19" name="Polygon 1019"/>
            <p:cNvSpPr/>
            <p:nvPr/>
          </p:nvSpPr>
          <p:spPr>
            <a:xfrm>
              <a:off x="7140702" y="4464889"/>
              <a:ext cx="209926" cy="109397"/>
            </a:xfrm>
            <a:custGeom>
              <a:avLst/>
              <a:gdLst/>
              <a:ahLst/>
              <a:cxnLst/>
              <a:rect l="l" t="t" r="r" b="b"/>
              <a:pathLst>
                <a:path w="209926" h="109397">
                  <a:moveTo>
                    <a:pt x="209926" y="39168"/>
                  </a:moveTo>
                  <a:lnTo>
                    <a:pt x="144016" y="109397"/>
                  </a:lnTo>
                  <a:lnTo>
                    <a:pt x="0" y="623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0" name="Polygon 1020"/>
            <p:cNvSpPr/>
            <p:nvPr/>
          </p:nvSpPr>
          <p:spPr>
            <a:xfrm>
              <a:off x="2605357" y="447974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1" name="Polygon 1021"/>
            <p:cNvSpPr/>
            <p:nvPr/>
          </p:nvSpPr>
          <p:spPr>
            <a:xfrm>
              <a:off x="4519087" y="4481031"/>
              <a:ext cx="209926" cy="116021"/>
            </a:xfrm>
            <a:custGeom>
              <a:avLst/>
              <a:gdLst/>
              <a:ahLst/>
              <a:cxnLst/>
              <a:rect l="l" t="t" r="r" b="b"/>
              <a:pathLst>
                <a:path w="209926" h="116021">
                  <a:moveTo>
                    <a:pt x="209926" y="41316"/>
                  </a:moveTo>
                  <a:lnTo>
                    <a:pt x="144016" y="116021"/>
                  </a:lnTo>
                  <a:lnTo>
                    <a:pt x="0" y="78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2" name="Polygon 1022"/>
            <p:cNvSpPr/>
            <p:nvPr/>
          </p:nvSpPr>
          <p:spPr>
            <a:xfrm>
              <a:off x="6078874" y="4510033"/>
              <a:ext cx="209926" cy="97191"/>
            </a:xfrm>
            <a:custGeom>
              <a:avLst/>
              <a:gdLst/>
              <a:ahLst/>
              <a:cxnLst/>
              <a:rect l="l" t="t" r="r" b="b"/>
              <a:pathLst>
                <a:path w="209926" h="97191">
                  <a:moveTo>
                    <a:pt x="209926" y="0"/>
                  </a:moveTo>
                  <a:lnTo>
                    <a:pt x="144016" y="83083"/>
                  </a:lnTo>
                  <a:lnTo>
                    <a:pt x="0" y="97191"/>
                  </a:lnTo>
                  <a:lnTo>
                    <a:pt x="65910" y="3601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3" name="Polygon 1023"/>
            <p:cNvSpPr/>
            <p:nvPr/>
          </p:nvSpPr>
          <p:spPr>
            <a:xfrm>
              <a:off x="8346546" y="4487283"/>
              <a:ext cx="209926" cy="113753"/>
            </a:xfrm>
            <a:custGeom>
              <a:avLst/>
              <a:gdLst/>
              <a:ahLst/>
              <a:cxnLst/>
              <a:rect l="l" t="t" r="r" b="b"/>
              <a:pathLst>
                <a:path w="209926" h="113753">
                  <a:moveTo>
                    <a:pt x="209926" y="35861"/>
                  </a:moveTo>
                  <a:lnTo>
                    <a:pt x="144016" y="113753"/>
                  </a:lnTo>
                  <a:lnTo>
                    <a:pt x="0" y="779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4" name="Polygon 1024"/>
            <p:cNvSpPr/>
            <p:nvPr/>
          </p:nvSpPr>
          <p:spPr>
            <a:xfrm>
              <a:off x="4165144" y="4487556"/>
              <a:ext cx="209926" cy="114789"/>
            </a:xfrm>
            <a:custGeom>
              <a:avLst/>
              <a:gdLst/>
              <a:ahLst/>
              <a:cxnLst/>
              <a:rect l="l" t="t" r="r" b="b"/>
              <a:pathLst>
                <a:path w="209926" h="114789">
                  <a:moveTo>
                    <a:pt x="209926" y="35805"/>
                  </a:moveTo>
                  <a:lnTo>
                    <a:pt x="144016" y="114789"/>
                  </a:lnTo>
                  <a:lnTo>
                    <a:pt x="0" y="791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5" name="Polygon 1025"/>
            <p:cNvSpPr/>
            <p:nvPr/>
          </p:nvSpPr>
          <p:spPr>
            <a:xfrm>
              <a:off x="6108196" y="1813790"/>
              <a:ext cx="209926" cy="953380"/>
            </a:xfrm>
            <a:custGeom>
              <a:avLst/>
              <a:gdLst/>
              <a:ahLst/>
              <a:cxnLst/>
              <a:rect l="l" t="t" r="r" b="b"/>
              <a:pathLst>
                <a:path w="209926" h="953380">
                  <a:moveTo>
                    <a:pt x="209926" y="511462"/>
                  </a:moveTo>
                  <a:lnTo>
                    <a:pt x="144016" y="953380"/>
                  </a:lnTo>
                  <a:lnTo>
                    <a:pt x="0" y="5536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F1884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6" name="Polygon 1026"/>
            <p:cNvSpPr/>
            <p:nvPr/>
          </p:nvSpPr>
          <p:spPr>
            <a:xfrm>
              <a:off x="7992604" y="4493768"/>
              <a:ext cx="209926" cy="113805"/>
            </a:xfrm>
            <a:custGeom>
              <a:avLst/>
              <a:gdLst/>
              <a:ahLst/>
              <a:cxnLst/>
              <a:rect l="l" t="t" r="r" b="b"/>
              <a:pathLst>
                <a:path w="209926" h="113805">
                  <a:moveTo>
                    <a:pt x="209926" y="35684"/>
                  </a:moveTo>
                  <a:lnTo>
                    <a:pt x="144016" y="113805"/>
                  </a:lnTo>
                  <a:lnTo>
                    <a:pt x="0" y="781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7" name="Polygon 1027"/>
            <p:cNvSpPr/>
            <p:nvPr/>
          </p:nvSpPr>
          <p:spPr>
            <a:xfrm>
              <a:off x="5017046" y="4562075"/>
              <a:ext cx="209926" cy="89170"/>
            </a:xfrm>
            <a:custGeom>
              <a:avLst/>
              <a:gdLst/>
              <a:ahLst/>
              <a:cxnLst/>
              <a:rect l="l" t="t" r="r" b="b"/>
              <a:pathLst>
                <a:path w="209926" h="89170">
                  <a:moveTo>
                    <a:pt x="209926" y="51156"/>
                  </a:moveTo>
                  <a:lnTo>
                    <a:pt x="144016" y="89170"/>
                  </a:lnTo>
                  <a:lnTo>
                    <a:pt x="0" y="473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8" name="Polygon 1028"/>
            <p:cNvSpPr/>
            <p:nvPr/>
          </p:nvSpPr>
          <p:spPr>
            <a:xfrm>
              <a:off x="3811202" y="4495533"/>
              <a:ext cx="209926" cy="113671"/>
            </a:xfrm>
            <a:custGeom>
              <a:avLst/>
              <a:gdLst/>
              <a:ahLst/>
              <a:cxnLst/>
              <a:rect l="l" t="t" r="r" b="b"/>
              <a:pathLst>
                <a:path w="209926" h="113671">
                  <a:moveTo>
                    <a:pt x="209926" y="35590"/>
                  </a:moveTo>
                  <a:lnTo>
                    <a:pt x="144016" y="113671"/>
                  </a:lnTo>
                  <a:lnTo>
                    <a:pt x="0" y="7799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29" name="Polygon 1029"/>
            <p:cNvSpPr/>
            <p:nvPr/>
          </p:nvSpPr>
          <p:spPr>
            <a:xfrm>
              <a:off x="6786760" y="4423277"/>
              <a:ext cx="209926" cy="124296"/>
            </a:xfrm>
            <a:custGeom>
              <a:avLst/>
              <a:gdLst/>
              <a:ahLst/>
              <a:cxnLst/>
              <a:rect l="l" t="t" r="r" b="b"/>
              <a:pathLst>
                <a:path w="209926" h="124296">
                  <a:moveTo>
                    <a:pt x="209926" y="52492"/>
                  </a:moveTo>
                  <a:lnTo>
                    <a:pt x="144016" y="124296"/>
                  </a:lnTo>
                  <a:lnTo>
                    <a:pt x="0" y="691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0" name="Polygon 1030"/>
            <p:cNvSpPr/>
            <p:nvPr/>
          </p:nvSpPr>
          <p:spPr>
            <a:xfrm>
              <a:off x="7638660" y="4502135"/>
              <a:ext cx="209927" cy="112177"/>
            </a:xfrm>
            <a:custGeom>
              <a:avLst/>
              <a:gdLst/>
              <a:ahLst/>
              <a:cxnLst/>
              <a:rect l="l" t="t" r="r" b="b"/>
              <a:pathLst>
                <a:path w="209927" h="112177">
                  <a:moveTo>
                    <a:pt x="209927" y="34459"/>
                  </a:moveTo>
                  <a:lnTo>
                    <a:pt x="144017" y="112177"/>
                  </a:lnTo>
                  <a:lnTo>
                    <a:pt x="0" y="762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1" name="Polygon 1031"/>
            <p:cNvSpPr/>
            <p:nvPr/>
          </p:nvSpPr>
          <p:spPr>
            <a:xfrm>
              <a:off x="3457259" y="4502212"/>
              <a:ext cx="209926" cy="113453"/>
            </a:xfrm>
            <a:custGeom>
              <a:avLst/>
              <a:gdLst/>
              <a:ahLst/>
              <a:cxnLst/>
              <a:rect l="l" t="t" r="r" b="b"/>
              <a:pathLst>
                <a:path w="209926" h="113453">
                  <a:moveTo>
                    <a:pt x="209926" y="35652"/>
                  </a:moveTo>
                  <a:lnTo>
                    <a:pt x="144016" y="113453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2" name="Polygon 1032"/>
            <p:cNvSpPr/>
            <p:nvPr/>
          </p:nvSpPr>
          <p:spPr>
            <a:xfrm>
              <a:off x="5515005" y="4675021"/>
              <a:ext cx="209926" cy="29499"/>
            </a:xfrm>
            <a:custGeom>
              <a:avLst/>
              <a:gdLst/>
              <a:ahLst/>
              <a:cxnLst/>
              <a:rect l="l" t="t" r="r" b="b"/>
              <a:pathLst>
                <a:path w="209926" h="29499">
                  <a:moveTo>
                    <a:pt x="209926" y="4009"/>
                  </a:moveTo>
                  <a:lnTo>
                    <a:pt x="144016" y="29499"/>
                  </a:lnTo>
                  <a:lnTo>
                    <a:pt x="0" y="943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30697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3" name="Polygon 1033"/>
            <p:cNvSpPr/>
            <p:nvPr/>
          </p:nvSpPr>
          <p:spPr>
            <a:xfrm>
              <a:off x="3103316" y="4508766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21"/>
                  </a:moveTo>
                  <a:lnTo>
                    <a:pt x="144016" y="113428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4" name="Polygon 1034"/>
            <p:cNvSpPr/>
            <p:nvPr/>
          </p:nvSpPr>
          <p:spPr>
            <a:xfrm>
              <a:off x="7284718" y="4504057"/>
              <a:ext cx="209926" cy="112470"/>
            </a:xfrm>
            <a:custGeom>
              <a:avLst/>
              <a:gdLst/>
              <a:ahLst/>
              <a:cxnLst/>
              <a:rect l="l" t="t" r="r" b="b"/>
              <a:pathLst>
                <a:path w="209926" h="112470">
                  <a:moveTo>
                    <a:pt x="209926" y="37682"/>
                  </a:moveTo>
                  <a:lnTo>
                    <a:pt x="144016" y="112470"/>
                  </a:lnTo>
                  <a:lnTo>
                    <a:pt x="0" y="702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5" name="Polygon 1035"/>
            <p:cNvSpPr/>
            <p:nvPr/>
          </p:nvSpPr>
          <p:spPr>
            <a:xfrm>
              <a:off x="5868948" y="4607224"/>
              <a:ext cx="209926" cy="66060"/>
            </a:xfrm>
            <a:custGeom>
              <a:avLst/>
              <a:gdLst/>
              <a:ahLst/>
              <a:cxnLst/>
              <a:rect l="l" t="t" r="r" b="b"/>
              <a:pathLst>
                <a:path w="209926" h="66060">
                  <a:moveTo>
                    <a:pt x="209926" y="0"/>
                  </a:moveTo>
                  <a:lnTo>
                    <a:pt x="144016" y="62143"/>
                  </a:lnTo>
                  <a:lnTo>
                    <a:pt x="0" y="66060"/>
                  </a:lnTo>
                  <a:lnTo>
                    <a:pt x="65910" y="31963"/>
                  </a:lnTo>
                  <a:close/>
                </a:path>
              </a:pathLst>
            </a:custGeom>
            <a:solidFill>
              <a:srgbClr val="48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6" name="Polygon 1036"/>
            <p:cNvSpPr/>
            <p:nvPr/>
          </p:nvSpPr>
          <p:spPr>
            <a:xfrm>
              <a:off x="6432816" y="4420029"/>
              <a:ext cx="209926" cy="114607"/>
            </a:xfrm>
            <a:custGeom>
              <a:avLst/>
              <a:gdLst/>
              <a:ahLst/>
              <a:cxnLst/>
              <a:rect l="l" t="t" r="r" b="b"/>
              <a:pathLst>
                <a:path w="209926" h="114607">
                  <a:moveTo>
                    <a:pt x="209926" y="25415"/>
                  </a:moveTo>
                  <a:lnTo>
                    <a:pt x="144016" y="114607"/>
                  </a:lnTo>
                  <a:lnTo>
                    <a:pt x="0" y="8765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7" name="Polygon 1037"/>
            <p:cNvSpPr/>
            <p:nvPr/>
          </p:nvSpPr>
          <p:spPr>
            <a:xfrm>
              <a:off x="2749373" y="4515351"/>
              <a:ext cx="209927" cy="113425"/>
            </a:xfrm>
            <a:custGeom>
              <a:avLst/>
              <a:gdLst/>
              <a:ahLst/>
              <a:cxnLst/>
              <a:rect l="l" t="t" r="r" b="b"/>
              <a:pathLst>
                <a:path w="209927" h="113425">
                  <a:moveTo>
                    <a:pt x="209927" y="35612"/>
                  </a:moveTo>
                  <a:lnTo>
                    <a:pt x="144017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8" name="Polygon 1038"/>
            <p:cNvSpPr/>
            <p:nvPr/>
          </p:nvSpPr>
          <p:spPr>
            <a:xfrm>
              <a:off x="4663103" y="4522347"/>
              <a:ext cx="209927" cy="112508"/>
            </a:xfrm>
            <a:custGeom>
              <a:avLst/>
              <a:gdLst/>
              <a:ahLst/>
              <a:cxnLst/>
              <a:rect l="l" t="t" r="r" b="b"/>
              <a:pathLst>
                <a:path w="209927" h="112508">
                  <a:moveTo>
                    <a:pt x="209927" y="43364"/>
                  </a:moveTo>
                  <a:lnTo>
                    <a:pt x="144017" y="112508"/>
                  </a:lnTo>
                  <a:lnTo>
                    <a:pt x="0" y="747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39" name="Polygon 1039"/>
            <p:cNvSpPr/>
            <p:nvPr/>
          </p:nvSpPr>
          <p:spPr>
            <a:xfrm>
              <a:off x="5951984" y="1327785"/>
              <a:ext cx="209926" cy="259157"/>
            </a:xfrm>
            <a:custGeom>
              <a:avLst/>
              <a:gdLst/>
              <a:ahLst/>
              <a:cxnLst/>
              <a:rect l="l" t="t" r="r" b="b"/>
              <a:pathLst>
                <a:path w="209926" h="259157">
                  <a:moveTo>
                    <a:pt x="209926" y="116335"/>
                  </a:moveTo>
                  <a:lnTo>
                    <a:pt x="144016" y="0"/>
                  </a:lnTo>
                  <a:lnTo>
                    <a:pt x="0" y="158535"/>
                  </a:lnTo>
                  <a:lnTo>
                    <a:pt x="65910" y="259157"/>
                  </a:lnTo>
                  <a:close/>
                </a:path>
              </a:pathLst>
            </a:custGeom>
            <a:solidFill>
              <a:srgbClr val="F2DE2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0" name="Polygon 1040"/>
            <p:cNvSpPr/>
            <p:nvPr/>
          </p:nvSpPr>
          <p:spPr>
            <a:xfrm>
              <a:off x="4309160" y="4523362"/>
              <a:ext cx="209926" cy="114645"/>
            </a:xfrm>
            <a:custGeom>
              <a:avLst/>
              <a:gdLst/>
              <a:ahLst/>
              <a:cxnLst/>
              <a:rect l="l" t="t" r="r" b="b"/>
              <a:pathLst>
                <a:path w="209926" h="114645">
                  <a:moveTo>
                    <a:pt x="209926" y="36466"/>
                  </a:moveTo>
                  <a:lnTo>
                    <a:pt x="144016" y="114645"/>
                  </a:lnTo>
                  <a:lnTo>
                    <a:pt x="0" y="789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1" name="Polygon 1041"/>
            <p:cNvSpPr/>
            <p:nvPr/>
          </p:nvSpPr>
          <p:spPr>
            <a:xfrm>
              <a:off x="5161062" y="4613231"/>
              <a:ext cx="209926" cy="75949"/>
            </a:xfrm>
            <a:custGeom>
              <a:avLst/>
              <a:gdLst/>
              <a:ahLst/>
              <a:cxnLst/>
              <a:rect l="l" t="t" r="r" b="b"/>
              <a:pathLst>
                <a:path w="209926" h="75949">
                  <a:moveTo>
                    <a:pt x="209926" y="41439"/>
                  </a:moveTo>
                  <a:lnTo>
                    <a:pt x="144016" y="75949"/>
                  </a:lnTo>
                  <a:lnTo>
                    <a:pt x="0" y="380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2" name="Polygon 1042"/>
            <p:cNvSpPr/>
            <p:nvPr/>
          </p:nvSpPr>
          <p:spPr>
            <a:xfrm>
              <a:off x="6930776" y="4475769"/>
              <a:ext cx="209926" cy="125814"/>
            </a:xfrm>
            <a:custGeom>
              <a:avLst/>
              <a:gdLst/>
              <a:ahLst/>
              <a:cxnLst/>
              <a:rect l="l" t="t" r="r" b="b"/>
              <a:pathLst>
                <a:path w="209926" h="125814">
                  <a:moveTo>
                    <a:pt x="209926" y="51516"/>
                  </a:moveTo>
                  <a:lnTo>
                    <a:pt x="144016" y="125814"/>
                  </a:lnTo>
                  <a:lnTo>
                    <a:pt x="0" y="718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3" name="Polygon 1043"/>
            <p:cNvSpPr/>
            <p:nvPr/>
          </p:nvSpPr>
          <p:spPr>
            <a:xfrm>
              <a:off x="8136620" y="4529453"/>
              <a:ext cx="209926" cy="113807"/>
            </a:xfrm>
            <a:custGeom>
              <a:avLst/>
              <a:gdLst/>
              <a:ahLst/>
              <a:cxnLst/>
              <a:rect l="l" t="t" r="r" b="b"/>
              <a:pathLst>
                <a:path w="209926" h="113807">
                  <a:moveTo>
                    <a:pt x="209926" y="35823"/>
                  </a:moveTo>
                  <a:lnTo>
                    <a:pt x="144016" y="113807"/>
                  </a:lnTo>
                  <a:lnTo>
                    <a:pt x="0" y="7812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4" name="Polygon 1044"/>
            <p:cNvSpPr/>
            <p:nvPr/>
          </p:nvSpPr>
          <p:spPr>
            <a:xfrm>
              <a:off x="3955218" y="4531123"/>
              <a:ext cx="209926" cy="113728"/>
            </a:xfrm>
            <a:custGeom>
              <a:avLst/>
              <a:gdLst/>
              <a:ahLst/>
              <a:cxnLst/>
              <a:rect l="l" t="t" r="r" b="b"/>
              <a:pathLst>
                <a:path w="209926" h="113728">
                  <a:moveTo>
                    <a:pt x="209926" y="35599"/>
                  </a:moveTo>
                  <a:lnTo>
                    <a:pt x="144016" y="113728"/>
                  </a:lnTo>
                  <a:lnTo>
                    <a:pt x="0" y="780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5" name="Polygon 1045"/>
            <p:cNvSpPr/>
            <p:nvPr/>
          </p:nvSpPr>
          <p:spPr>
            <a:xfrm>
              <a:off x="6174106" y="1557543"/>
              <a:ext cx="209926" cy="767708"/>
            </a:xfrm>
            <a:custGeom>
              <a:avLst/>
              <a:gdLst/>
              <a:ahLst/>
              <a:cxnLst/>
              <a:rect l="l" t="t" r="r" b="b"/>
              <a:pathLst>
                <a:path w="209926" h="767708">
                  <a:moveTo>
                    <a:pt x="209926" y="553363"/>
                  </a:moveTo>
                  <a:lnTo>
                    <a:pt x="144016" y="767708"/>
                  </a:lnTo>
                  <a:lnTo>
                    <a:pt x="0" y="2562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6" name="Polygon 1046"/>
            <p:cNvSpPr/>
            <p:nvPr/>
          </p:nvSpPr>
          <p:spPr>
            <a:xfrm>
              <a:off x="7782677" y="4536594"/>
              <a:ext cx="209926" cy="113415"/>
            </a:xfrm>
            <a:custGeom>
              <a:avLst/>
              <a:gdLst/>
              <a:ahLst/>
              <a:cxnLst/>
              <a:rect l="l" t="t" r="r" b="b"/>
              <a:pathLst>
                <a:path w="209926" h="113415">
                  <a:moveTo>
                    <a:pt x="209926" y="35342"/>
                  </a:moveTo>
                  <a:lnTo>
                    <a:pt x="144016" y="113415"/>
                  </a:lnTo>
                  <a:lnTo>
                    <a:pt x="0" y="777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7" name="Polygon 1047"/>
            <p:cNvSpPr/>
            <p:nvPr/>
          </p:nvSpPr>
          <p:spPr>
            <a:xfrm>
              <a:off x="3601275" y="4537864"/>
              <a:ext cx="209927" cy="113462"/>
            </a:xfrm>
            <a:custGeom>
              <a:avLst/>
              <a:gdLst/>
              <a:ahLst/>
              <a:cxnLst/>
              <a:rect l="l" t="t" r="r" b="b"/>
              <a:pathLst>
                <a:path w="209927" h="113462">
                  <a:moveTo>
                    <a:pt x="209927" y="35668"/>
                  </a:moveTo>
                  <a:lnTo>
                    <a:pt x="144017" y="113462"/>
                  </a:lnTo>
                  <a:lnTo>
                    <a:pt x="0" y="778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8" name="Polygon 1048"/>
            <p:cNvSpPr/>
            <p:nvPr/>
          </p:nvSpPr>
          <p:spPr>
            <a:xfrm>
              <a:off x="5820164" y="1599744"/>
              <a:ext cx="209926" cy="696486"/>
            </a:xfrm>
            <a:custGeom>
              <a:avLst/>
              <a:gdLst/>
              <a:ahLst/>
              <a:cxnLst/>
              <a:rect l="l" t="t" r="r" b="b"/>
              <a:pathLst>
                <a:path w="209926" h="696486">
                  <a:moveTo>
                    <a:pt x="209926" y="0"/>
                  </a:moveTo>
                  <a:lnTo>
                    <a:pt x="144016" y="595565"/>
                  </a:lnTo>
                  <a:lnTo>
                    <a:pt x="0" y="696486"/>
                  </a:lnTo>
                  <a:lnTo>
                    <a:pt x="65910" y="142824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49" name="Polygon 1049"/>
            <p:cNvSpPr/>
            <p:nvPr/>
          </p:nvSpPr>
          <p:spPr>
            <a:xfrm>
              <a:off x="6222890" y="4507679"/>
              <a:ext cx="209926" cy="94693"/>
            </a:xfrm>
            <a:custGeom>
              <a:avLst/>
              <a:gdLst/>
              <a:ahLst/>
              <a:cxnLst/>
              <a:rect l="l" t="t" r="r" b="b"/>
              <a:pathLst>
                <a:path w="209926" h="94693">
                  <a:moveTo>
                    <a:pt x="209926" y="0"/>
                  </a:moveTo>
                  <a:lnTo>
                    <a:pt x="144016" y="94693"/>
                  </a:lnTo>
                  <a:lnTo>
                    <a:pt x="0" y="85437"/>
                  </a:lnTo>
                  <a:lnTo>
                    <a:pt x="65910" y="2355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0" name="Polygon 1050"/>
            <p:cNvSpPr/>
            <p:nvPr/>
          </p:nvSpPr>
          <p:spPr>
            <a:xfrm>
              <a:off x="7428734" y="4541739"/>
              <a:ext cx="209926" cy="113553"/>
            </a:xfrm>
            <a:custGeom>
              <a:avLst/>
              <a:gdLst/>
              <a:ahLst/>
              <a:cxnLst/>
              <a:rect l="l" t="t" r="r" b="b"/>
              <a:pathLst>
                <a:path w="209926" h="113553">
                  <a:moveTo>
                    <a:pt x="209926" y="36596"/>
                  </a:moveTo>
                  <a:lnTo>
                    <a:pt x="144016" y="113553"/>
                  </a:lnTo>
                  <a:lnTo>
                    <a:pt x="0" y="747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1" name="Polygon 1051"/>
            <p:cNvSpPr/>
            <p:nvPr/>
          </p:nvSpPr>
          <p:spPr>
            <a:xfrm>
              <a:off x="3247333" y="4544387"/>
              <a:ext cx="209926" cy="113429"/>
            </a:xfrm>
            <a:custGeom>
              <a:avLst/>
              <a:gdLst/>
              <a:ahLst/>
              <a:cxnLst/>
              <a:rect l="l" t="t" r="r" b="b"/>
              <a:pathLst>
                <a:path w="209926" h="113429">
                  <a:moveTo>
                    <a:pt x="209926" y="35632"/>
                  </a:moveTo>
                  <a:lnTo>
                    <a:pt x="144016" y="113429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2" name="Polygon 1052"/>
            <p:cNvSpPr/>
            <p:nvPr/>
          </p:nvSpPr>
          <p:spPr>
            <a:xfrm>
              <a:off x="6576832" y="4445443"/>
              <a:ext cx="209927" cy="134462"/>
            </a:xfrm>
            <a:custGeom>
              <a:avLst/>
              <a:gdLst/>
              <a:ahLst/>
              <a:cxnLst/>
              <a:rect l="l" t="t" r="r" b="b"/>
              <a:pathLst>
                <a:path w="209927" h="134462">
                  <a:moveTo>
                    <a:pt x="209927" y="46992"/>
                  </a:moveTo>
                  <a:lnTo>
                    <a:pt x="144017" y="134462"/>
                  </a:lnTo>
                  <a:lnTo>
                    <a:pt x="0" y="891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B059E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3" name="Polygon 1053"/>
            <p:cNvSpPr/>
            <p:nvPr/>
          </p:nvSpPr>
          <p:spPr>
            <a:xfrm>
              <a:off x="4807120" y="4565712"/>
              <a:ext cx="209926" cy="107049"/>
            </a:xfrm>
            <a:custGeom>
              <a:avLst/>
              <a:gdLst/>
              <a:ahLst/>
              <a:cxnLst/>
              <a:rect l="l" t="t" r="r" b="b"/>
              <a:pathLst>
                <a:path w="209926" h="107049">
                  <a:moveTo>
                    <a:pt x="209926" y="43724"/>
                  </a:moveTo>
                  <a:lnTo>
                    <a:pt x="144016" y="107049"/>
                  </a:lnTo>
                  <a:lnTo>
                    <a:pt x="0" y="691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4" name="Polygon 1054"/>
            <p:cNvSpPr/>
            <p:nvPr/>
          </p:nvSpPr>
          <p:spPr>
            <a:xfrm>
              <a:off x="5659021" y="4673284"/>
              <a:ext cx="209927" cy="46505"/>
            </a:xfrm>
            <a:custGeom>
              <a:avLst/>
              <a:gdLst/>
              <a:ahLst/>
              <a:cxnLst/>
              <a:rect l="l" t="t" r="r" b="b"/>
              <a:pathLst>
                <a:path w="209927" h="46505">
                  <a:moveTo>
                    <a:pt x="209927" y="0"/>
                  </a:moveTo>
                  <a:lnTo>
                    <a:pt x="144017" y="46505"/>
                  </a:lnTo>
                  <a:lnTo>
                    <a:pt x="0" y="31236"/>
                  </a:lnTo>
                  <a:lnTo>
                    <a:pt x="65910" y="5746"/>
                  </a:lnTo>
                  <a:close/>
                </a:path>
              </a:pathLst>
            </a:custGeom>
            <a:solidFill>
              <a:srgbClr val="47059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5" name="Polygon 1055"/>
            <p:cNvSpPr/>
            <p:nvPr/>
          </p:nvSpPr>
          <p:spPr>
            <a:xfrm>
              <a:off x="2893390" y="4550963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4"/>
                  </a:moveTo>
                  <a:lnTo>
                    <a:pt x="144016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6" name="Polygon 1056"/>
            <p:cNvSpPr/>
            <p:nvPr/>
          </p:nvSpPr>
          <p:spPr>
            <a:xfrm>
              <a:off x="7074792" y="4527285"/>
              <a:ext cx="209926" cy="123085"/>
            </a:xfrm>
            <a:custGeom>
              <a:avLst/>
              <a:gdLst/>
              <a:ahLst/>
              <a:cxnLst/>
              <a:rect l="l" t="t" r="r" b="b"/>
              <a:pathLst>
                <a:path w="209926" h="123085">
                  <a:moveTo>
                    <a:pt x="209926" y="47001"/>
                  </a:moveTo>
                  <a:lnTo>
                    <a:pt x="144016" y="123085"/>
                  </a:lnTo>
                  <a:lnTo>
                    <a:pt x="0" y="7429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7" name="Polygon 1057"/>
            <p:cNvSpPr/>
            <p:nvPr/>
          </p:nvSpPr>
          <p:spPr>
            <a:xfrm>
              <a:off x="6096000" y="1327785"/>
              <a:ext cx="209926" cy="330380"/>
            </a:xfrm>
            <a:custGeom>
              <a:avLst/>
              <a:gdLst/>
              <a:ahLst/>
              <a:cxnLst/>
              <a:rect l="l" t="t" r="r" b="b"/>
              <a:pathLst>
                <a:path w="209926" h="330380">
                  <a:moveTo>
                    <a:pt x="209926" y="330380"/>
                  </a:moveTo>
                  <a:lnTo>
                    <a:pt x="144016" y="229758"/>
                  </a:lnTo>
                  <a:lnTo>
                    <a:pt x="0" y="0"/>
                  </a:lnTo>
                  <a:lnTo>
                    <a:pt x="65910" y="116335"/>
                  </a:lnTo>
                  <a:close/>
                </a:path>
              </a:pathLst>
            </a:custGeom>
            <a:solidFill>
              <a:srgbClr val="F2DE2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8" name="Polygon 1058"/>
            <p:cNvSpPr/>
            <p:nvPr/>
          </p:nvSpPr>
          <p:spPr>
            <a:xfrm>
              <a:off x="4453177" y="4559828"/>
              <a:ext cx="209926" cy="113884"/>
            </a:xfrm>
            <a:custGeom>
              <a:avLst/>
              <a:gdLst/>
              <a:ahLst/>
              <a:cxnLst/>
              <a:rect l="l" t="t" r="r" b="b"/>
              <a:pathLst>
                <a:path w="209926" h="113884">
                  <a:moveTo>
                    <a:pt x="209926" y="37225"/>
                  </a:moveTo>
                  <a:lnTo>
                    <a:pt x="144016" y="113884"/>
                  </a:lnTo>
                  <a:lnTo>
                    <a:pt x="0" y="781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59" name="Polygon 1059"/>
            <p:cNvSpPr/>
            <p:nvPr/>
          </p:nvSpPr>
          <p:spPr>
            <a:xfrm>
              <a:off x="5305078" y="4654670"/>
              <a:ext cx="209926" cy="67797"/>
            </a:xfrm>
            <a:custGeom>
              <a:avLst/>
              <a:gdLst/>
              <a:ahLst/>
              <a:cxnLst/>
              <a:rect l="l" t="t" r="r" b="b"/>
              <a:pathLst>
                <a:path w="209926" h="67797">
                  <a:moveTo>
                    <a:pt x="209926" y="29783"/>
                  </a:moveTo>
                  <a:lnTo>
                    <a:pt x="144016" y="67797"/>
                  </a:lnTo>
                  <a:lnTo>
                    <a:pt x="0" y="345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9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0" name="Polygon 1060"/>
            <p:cNvSpPr/>
            <p:nvPr/>
          </p:nvSpPr>
          <p:spPr>
            <a:xfrm>
              <a:off x="6012964" y="4593116"/>
              <a:ext cx="209926" cy="82778"/>
            </a:xfrm>
            <a:custGeom>
              <a:avLst/>
              <a:gdLst/>
              <a:ahLst/>
              <a:cxnLst/>
              <a:rect l="l" t="t" r="r" b="b"/>
              <a:pathLst>
                <a:path w="209926" h="82778">
                  <a:moveTo>
                    <a:pt x="209926" y="0"/>
                  </a:moveTo>
                  <a:lnTo>
                    <a:pt x="144016" y="82778"/>
                  </a:lnTo>
                  <a:lnTo>
                    <a:pt x="0" y="76251"/>
                  </a:lnTo>
                  <a:lnTo>
                    <a:pt x="65910" y="14108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1" name="Polygon 1061"/>
            <p:cNvSpPr/>
            <p:nvPr/>
          </p:nvSpPr>
          <p:spPr>
            <a:xfrm>
              <a:off x="8280636" y="4565275"/>
              <a:ext cx="209926" cy="113649"/>
            </a:xfrm>
            <a:custGeom>
              <a:avLst/>
              <a:gdLst/>
              <a:ahLst/>
              <a:cxnLst/>
              <a:rect l="l" t="t" r="r" b="b"/>
              <a:pathLst>
                <a:path w="209926" h="113649">
                  <a:moveTo>
                    <a:pt x="209926" y="35761"/>
                  </a:moveTo>
                  <a:lnTo>
                    <a:pt x="144016" y="113649"/>
                  </a:lnTo>
                  <a:lnTo>
                    <a:pt x="0" y="779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2" name="Polygon 1062"/>
            <p:cNvSpPr/>
            <p:nvPr/>
          </p:nvSpPr>
          <p:spPr>
            <a:xfrm>
              <a:off x="4099234" y="4566722"/>
              <a:ext cx="209926" cy="113708"/>
            </a:xfrm>
            <a:custGeom>
              <a:avLst/>
              <a:gdLst/>
              <a:ahLst/>
              <a:cxnLst/>
              <a:rect l="l" t="t" r="r" b="b"/>
              <a:pathLst>
                <a:path w="209926" h="113708">
                  <a:moveTo>
                    <a:pt x="209926" y="35623"/>
                  </a:moveTo>
                  <a:lnTo>
                    <a:pt x="144016" y="113708"/>
                  </a:lnTo>
                  <a:lnTo>
                    <a:pt x="0" y="781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3" name="Polygon 1063"/>
            <p:cNvSpPr/>
            <p:nvPr/>
          </p:nvSpPr>
          <p:spPr>
            <a:xfrm>
              <a:off x="7926694" y="4571935"/>
              <a:ext cx="209926" cy="113676"/>
            </a:xfrm>
            <a:custGeom>
              <a:avLst/>
              <a:gdLst/>
              <a:ahLst/>
              <a:cxnLst/>
              <a:rect l="l" t="t" r="r" b="b"/>
              <a:pathLst>
                <a:path w="209926" h="113676">
                  <a:moveTo>
                    <a:pt x="209926" y="35638"/>
                  </a:moveTo>
                  <a:lnTo>
                    <a:pt x="144016" y="113676"/>
                  </a:lnTo>
                  <a:lnTo>
                    <a:pt x="0" y="780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4" name="Polygon 1064"/>
            <p:cNvSpPr/>
            <p:nvPr/>
          </p:nvSpPr>
          <p:spPr>
            <a:xfrm>
              <a:off x="3745292" y="4573533"/>
              <a:ext cx="209926" cy="113458"/>
            </a:xfrm>
            <a:custGeom>
              <a:avLst/>
              <a:gdLst/>
              <a:ahLst/>
              <a:cxnLst/>
              <a:rect l="l" t="t" r="r" b="b"/>
              <a:pathLst>
                <a:path w="209926" h="113458">
                  <a:moveTo>
                    <a:pt x="209926" y="35672"/>
                  </a:moveTo>
                  <a:lnTo>
                    <a:pt x="144016" y="113458"/>
                  </a:lnTo>
                  <a:lnTo>
                    <a:pt x="0" y="777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5" name="Polygon 1065"/>
            <p:cNvSpPr/>
            <p:nvPr/>
          </p:nvSpPr>
          <p:spPr>
            <a:xfrm>
              <a:off x="5964180" y="1599744"/>
              <a:ext cx="209926" cy="767708"/>
            </a:xfrm>
            <a:custGeom>
              <a:avLst/>
              <a:gdLst/>
              <a:ahLst/>
              <a:cxnLst/>
              <a:rect l="l" t="t" r="r" b="b"/>
              <a:pathLst>
                <a:path w="209926" h="767708">
                  <a:moveTo>
                    <a:pt x="209926" y="214046"/>
                  </a:moveTo>
                  <a:lnTo>
                    <a:pt x="144016" y="767708"/>
                  </a:lnTo>
                  <a:lnTo>
                    <a:pt x="0" y="59556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F6AE38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6" name="Polygon 1066"/>
            <p:cNvSpPr/>
            <p:nvPr/>
          </p:nvSpPr>
          <p:spPr>
            <a:xfrm>
              <a:off x="6720850" y="4492435"/>
              <a:ext cx="209926" cy="139656"/>
            </a:xfrm>
            <a:custGeom>
              <a:avLst/>
              <a:gdLst/>
              <a:ahLst/>
              <a:cxnLst/>
              <a:rect l="l" t="t" r="r" b="b"/>
              <a:pathLst>
                <a:path w="209926" h="139656">
                  <a:moveTo>
                    <a:pt x="209926" y="55138"/>
                  </a:moveTo>
                  <a:lnTo>
                    <a:pt x="144016" y="139656"/>
                  </a:lnTo>
                  <a:lnTo>
                    <a:pt x="0" y="874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7" name="Polygon 1067"/>
            <p:cNvSpPr/>
            <p:nvPr/>
          </p:nvSpPr>
          <p:spPr>
            <a:xfrm>
              <a:off x="7572750" y="4578335"/>
              <a:ext cx="209927" cy="113739"/>
            </a:xfrm>
            <a:custGeom>
              <a:avLst/>
              <a:gdLst/>
              <a:ahLst/>
              <a:cxnLst/>
              <a:rect l="l" t="t" r="r" b="b"/>
              <a:pathLst>
                <a:path w="209927" h="113739">
                  <a:moveTo>
                    <a:pt x="209927" y="35977"/>
                  </a:moveTo>
                  <a:lnTo>
                    <a:pt x="144017" y="113739"/>
                  </a:lnTo>
                  <a:lnTo>
                    <a:pt x="0" y="7695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8" name="Polygon 1068"/>
            <p:cNvSpPr/>
            <p:nvPr/>
          </p:nvSpPr>
          <p:spPr>
            <a:xfrm>
              <a:off x="3391349" y="4580019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46"/>
                  </a:moveTo>
                  <a:lnTo>
                    <a:pt x="144016" y="113428"/>
                  </a:lnTo>
                  <a:lnTo>
                    <a:pt x="0" y="77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69" name="Polygon 1069"/>
            <p:cNvSpPr/>
            <p:nvPr/>
          </p:nvSpPr>
          <p:spPr>
            <a:xfrm>
              <a:off x="4951136" y="4609435"/>
              <a:ext cx="209926" cy="100689"/>
            </a:xfrm>
            <a:custGeom>
              <a:avLst/>
              <a:gdLst/>
              <a:ahLst/>
              <a:cxnLst/>
              <a:rect l="l" t="t" r="r" b="b"/>
              <a:pathLst>
                <a:path w="209926" h="100689">
                  <a:moveTo>
                    <a:pt x="209926" y="41810"/>
                  </a:moveTo>
                  <a:lnTo>
                    <a:pt x="144016" y="100689"/>
                  </a:lnTo>
                  <a:lnTo>
                    <a:pt x="0" y="633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0" name="Polygon 1070"/>
            <p:cNvSpPr/>
            <p:nvPr/>
          </p:nvSpPr>
          <p:spPr>
            <a:xfrm>
              <a:off x="6366906" y="4507679"/>
              <a:ext cx="209926" cy="124296"/>
            </a:xfrm>
            <a:custGeom>
              <a:avLst/>
              <a:gdLst/>
              <a:ahLst/>
              <a:cxnLst/>
              <a:rect l="l" t="t" r="r" b="b"/>
              <a:pathLst>
                <a:path w="209926" h="124296">
                  <a:moveTo>
                    <a:pt x="209926" y="26957"/>
                  </a:moveTo>
                  <a:lnTo>
                    <a:pt x="144016" y="124296"/>
                  </a:lnTo>
                  <a:lnTo>
                    <a:pt x="0" y="946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1" name="Polygon 1071"/>
            <p:cNvSpPr/>
            <p:nvPr/>
          </p:nvSpPr>
          <p:spPr>
            <a:xfrm>
              <a:off x="3037406" y="4586577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7"/>
                  </a:moveTo>
                  <a:lnTo>
                    <a:pt x="144016" y="113425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2" name="Polygon 1072"/>
            <p:cNvSpPr/>
            <p:nvPr/>
          </p:nvSpPr>
          <p:spPr>
            <a:xfrm>
              <a:off x="7218808" y="4574286"/>
              <a:ext cx="209926" cy="119364"/>
            </a:xfrm>
            <a:custGeom>
              <a:avLst/>
              <a:gdLst/>
              <a:ahLst/>
              <a:cxnLst/>
              <a:rect l="l" t="t" r="r" b="b"/>
              <a:pathLst>
                <a:path w="209926" h="119364">
                  <a:moveTo>
                    <a:pt x="209926" y="42241"/>
                  </a:moveTo>
                  <a:lnTo>
                    <a:pt x="144016" y="119364"/>
                  </a:lnTo>
                  <a:lnTo>
                    <a:pt x="0" y="7608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3" name="Polygon 1073"/>
            <p:cNvSpPr/>
            <p:nvPr/>
          </p:nvSpPr>
          <p:spPr>
            <a:xfrm>
              <a:off x="4597193" y="4597053"/>
              <a:ext cx="209927" cy="112398"/>
            </a:xfrm>
            <a:custGeom>
              <a:avLst/>
              <a:gdLst/>
              <a:ahLst/>
              <a:cxnLst/>
              <a:rect l="l" t="t" r="r" b="b"/>
              <a:pathLst>
                <a:path w="209927" h="112398">
                  <a:moveTo>
                    <a:pt x="209927" y="37803"/>
                  </a:moveTo>
                  <a:lnTo>
                    <a:pt x="144017" y="112398"/>
                  </a:lnTo>
                  <a:lnTo>
                    <a:pt x="0" y="766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4" name="Polygon 1074"/>
            <p:cNvSpPr/>
            <p:nvPr/>
          </p:nvSpPr>
          <p:spPr>
            <a:xfrm>
              <a:off x="5803038" y="4669367"/>
              <a:ext cx="209926" cy="66590"/>
            </a:xfrm>
            <a:custGeom>
              <a:avLst/>
              <a:gdLst/>
              <a:ahLst/>
              <a:cxnLst/>
              <a:rect l="l" t="t" r="r" b="b"/>
              <a:pathLst>
                <a:path w="209926" h="66590">
                  <a:moveTo>
                    <a:pt x="209926" y="0"/>
                  </a:moveTo>
                  <a:lnTo>
                    <a:pt x="144016" y="66590"/>
                  </a:lnTo>
                  <a:lnTo>
                    <a:pt x="0" y="50422"/>
                  </a:lnTo>
                  <a:lnTo>
                    <a:pt x="65910" y="3917"/>
                  </a:lnTo>
                  <a:close/>
                </a:path>
              </a:pathLst>
            </a:custGeom>
            <a:solidFill>
              <a:srgbClr val="4C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5" name="Polygon 1075"/>
            <p:cNvSpPr/>
            <p:nvPr/>
          </p:nvSpPr>
          <p:spPr>
            <a:xfrm>
              <a:off x="5449094" y="4684453"/>
              <a:ext cx="209926" cy="67427"/>
            </a:xfrm>
            <a:custGeom>
              <a:avLst/>
              <a:gdLst/>
              <a:ahLst/>
              <a:cxnLst/>
              <a:rect l="l" t="t" r="r" b="b"/>
              <a:pathLst>
                <a:path w="209926" h="67427">
                  <a:moveTo>
                    <a:pt x="209926" y="20067"/>
                  </a:moveTo>
                  <a:lnTo>
                    <a:pt x="144016" y="67427"/>
                  </a:lnTo>
                  <a:lnTo>
                    <a:pt x="0" y="380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A059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6" name="Polygon 1076"/>
            <p:cNvSpPr/>
            <p:nvPr/>
          </p:nvSpPr>
          <p:spPr>
            <a:xfrm>
              <a:off x="5886074" y="1327785"/>
              <a:ext cx="209926" cy="414782"/>
            </a:xfrm>
            <a:custGeom>
              <a:avLst/>
              <a:gdLst/>
              <a:ahLst/>
              <a:cxnLst/>
              <a:rect l="l" t="t" r="r" b="b"/>
              <a:pathLst>
                <a:path w="209926" h="414782">
                  <a:moveTo>
                    <a:pt x="209926" y="0"/>
                  </a:moveTo>
                  <a:lnTo>
                    <a:pt x="144016" y="271959"/>
                  </a:lnTo>
                  <a:lnTo>
                    <a:pt x="0" y="414782"/>
                  </a:lnTo>
                  <a:lnTo>
                    <a:pt x="65910" y="158535"/>
                  </a:lnTo>
                  <a:close/>
                </a:path>
              </a:pathLst>
            </a:custGeom>
            <a:solidFill>
              <a:srgbClr val="F2DE2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7" name="Polygon 1077"/>
            <p:cNvSpPr/>
            <p:nvPr/>
          </p:nvSpPr>
          <p:spPr>
            <a:xfrm>
              <a:off x="4243250" y="4602345"/>
              <a:ext cx="209926" cy="113559"/>
            </a:xfrm>
            <a:custGeom>
              <a:avLst/>
              <a:gdLst/>
              <a:ahLst/>
              <a:cxnLst/>
              <a:rect l="l" t="t" r="r" b="b"/>
              <a:pathLst>
                <a:path w="209926" h="113559">
                  <a:moveTo>
                    <a:pt x="209926" y="35662"/>
                  </a:moveTo>
                  <a:lnTo>
                    <a:pt x="144016" y="113559"/>
                  </a:lnTo>
                  <a:lnTo>
                    <a:pt x="0" y="780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8" name="Polygon 1078"/>
            <p:cNvSpPr/>
            <p:nvPr/>
          </p:nvSpPr>
          <p:spPr>
            <a:xfrm>
              <a:off x="6864866" y="4547573"/>
              <a:ext cx="209926" cy="135744"/>
            </a:xfrm>
            <a:custGeom>
              <a:avLst/>
              <a:gdLst/>
              <a:ahLst/>
              <a:cxnLst/>
              <a:rect l="l" t="t" r="r" b="b"/>
              <a:pathLst>
                <a:path w="209926" h="135744">
                  <a:moveTo>
                    <a:pt x="209926" y="54010"/>
                  </a:moveTo>
                  <a:lnTo>
                    <a:pt x="144016" y="135744"/>
                  </a:lnTo>
                  <a:lnTo>
                    <a:pt x="0" y="845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79" name="Polygon 1079"/>
            <p:cNvSpPr/>
            <p:nvPr/>
          </p:nvSpPr>
          <p:spPr>
            <a:xfrm>
              <a:off x="8070710" y="4607573"/>
              <a:ext cx="209926" cy="113626"/>
            </a:xfrm>
            <a:custGeom>
              <a:avLst/>
              <a:gdLst/>
              <a:ahLst/>
              <a:cxnLst/>
              <a:rect l="l" t="t" r="r" b="b"/>
              <a:pathLst>
                <a:path w="209926" h="113626">
                  <a:moveTo>
                    <a:pt x="209926" y="35686"/>
                  </a:moveTo>
                  <a:lnTo>
                    <a:pt x="144016" y="113626"/>
                  </a:lnTo>
                  <a:lnTo>
                    <a:pt x="0" y="780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0" name="Polygon 1080"/>
            <p:cNvSpPr/>
            <p:nvPr/>
          </p:nvSpPr>
          <p:spPr>
            <a:xfrm>
              <a:off x="3889308" y="4609205"/>
              <a:ext cx="209926" cy="113428"/>
            </a:xfrm>
            <a:custGeom>
              <a:avLst/>
              <a:gdLst/>
              <a:ahLst/>
              <a:cxnLst/>
              <a:rect l="l" t="t" r="r" b="b"/>
              <a:pathLst>
                <a:path w="209926" h="113428">
                  <a:moveTo>
                    <a:pt x="209926" y="35646"/>
                  </a:moveTo>
                  <a:lnTo>
                    <a:pt x="144016" y="113428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1" name="Polygon 1081"/>
            <p:cNvSpPr/>
            <p:nvPr/>
          </p:nvSpPr>
          <p:spPr>
            <a:xfrm>
              <a:off x="6156980" y="4593116"/>
              <a:ext cx="209926" cy="102973"/>
            </a:xfrm>
            <a:custGeom>
              <a:avLst/>
              <a:gdLst/>
              <a:ahLst/>
              <a:cxnLst/>
              <a:rect l="l" t="t" r="r" b="b"/>
              <a:pathLst>
                <a:path w="209926" h="102973">
                  <a:moveTo>
                    <a:pt x="209926" y="9255"/>
                  </a:moveTo>
                  <a:lnTo>
                    <a:pt x="144016" y="102973"/>
                  </a:lnTo>
                  <a:lnTo>
                    <a:pt x="0" y="827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2" name="Polygon 1082"/>
            <p:cNvSpPr/>
            <p:nvPr/>
          </p:nvSpPr>
          <p:spPr>
            <a:xfrm>
              <a:off x="7716767" y="4614312"/>
              <a:ext cx="209926" cy="113648"/>
            </a:xfrm>
            <a:custGeom>
              <a:avLst/>
              <a:gdLst/>
              <a:ahLst/>
              <a:cxnLst/>
              <a:rect l="l" t="t" r="r" b="b"/>
              <a:pathLst>
                <a:path w="209926" h="113648">
                  <a:moveTo>
                    <a:pt x="209926" y="35697"/>
                  </a:moveTo>
                  <a:lnTo>
                    <a:pt x="144016" y="113648"/>
                  </a:lnTo>
                  <a:lnTo>
                    <a:pt x="0" y="7776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3" name="Polygon 1083"/>
            <p:cNvSpPr/>
            <p:nvPr/>
          </p:nvSpPr>
          <p:spPr>
            <a:xfrm>
              <a:off x="3535365" y="4615665"/>
              <a:ext cx="209927" cy="113421"/>
            </a:xfrm>
            <a:custGeom>
              <a:avLst/>
              <a:gdLst/>
              <a:ahLst/>
              <a:cxnLst/>
              <a:rect l="l" t="t" r="r" b="b"/>
              <a:pathLst>
                <a:path w="209927" h="113421">
                  <a:moveTo>
                    <a:pt x="209927" y="35661"/>
                  </a:moveTo>
                  <a:lnTo>
                    <a:pt x="144017" y="113421"/>
                  </a:lnTo>
                  <a:lnTo>
                    <a:pt x="0" y="777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4" name="Polygon 1084"/>
            <p:cNvSpPr/>
            <p:nvPr/>
          </p:nvSpPr>
          <p:spPr>
            <a:xfrm>
              <a:off x="5095152" y="4651245"/>
              <a:ext cx="209926" cy="95147"/>
            </a:xfrm>
            <a:custGeom>
              <a:avLst/>
              <a:gdLst/>
              <a:ahLst/>
              <a:cxnLst/>
              <a:rect l="l" t="t" r="r" b="b"/>
              <a:pathLst>
                <a:path w="209926" h="95147">
                  <a:moveTo>
                    <a:pt x="209926" y="37935"/>
                  </a:moveTo>
                  <a:lnTo>
                    <a:pt x="144016" y="95147"/>
                  </a:lnTo>
                  <a:lnTo>
                    <a:pt x="0" y="5887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5" name="Polygon 1085"/>
            <p:cNvSpPr/>
            <p:nvPr/>
          </p:nvSpPr>
          <p:spPr>
            <a:xfrm>
              <a:off x="6510922" y="4534635"/>
              <a:ext cx="209927" cy="139656"/>
            </a:xfrm>
            <a:custGeom>
              <a:avLst/>
              <a:gdLst/>
              <a:ahLst/>
              <a:cxnLst/>
              <a:rect l="l" t="t" r="r" b="b"/>
              <a:pathLst>
                <a:path w="209927" h="139656">
                  <a:moveTo>
                    <a:pt x="209927" y="45269"/>
                  </a:moveTo>
                  <a:lnTo>
                    <a:pt x="144017" y="139656"/>
                  </a:lnTo>
                  <a:lnTo>
                    <a:pt x="0" y="973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9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6" name="Polygon 1086"/>
            <p:cNvSpPr/>
            <p:nvPr/>
          </p:nvSpPr>
          <p:spPr>
            <a:xfrm>
              <a:off x="7362824" y="4616527"/>
              <a:ext cx="209926" cy="116382"/>
            </a:xfrm>
            <a:custGeom>
              <a:avLst/>
              <a:gdLst/>
              <a:ahLst/>
              <a:cxnLst/>
              <a:rect l="l" t="t" r="r" b="b"/>
              <a:pathLst>
                <a:path w="209926" h="116382">
                  <a:moveTo>
                    <a:pt x="209926" y="38765"/>
                  </a:moveTo>
                  <a:lnTo>
                    <a:pt x="144016" y="116382"/>
                  </a:lnTo>
                  <a:lnTo>
                    <a:pt x="0" y="771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7" name="Polygon 1087"/>
            <p:cNvSpPr/>
            <p:nvPr/>
          </p:nvSpPr>
          <p:spPr>
            <a:xfrm>
              <a:off x="3181422" y="4622194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23"/>
                  </a:moveTo>
                  <a:lnTo>
                    <a:pt x="144016" y="113425"/>
                  </a:lnTo>
                  <a:lnTo>
                    <a:pt x="0" y="778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8" name="Polygon 1088"/>
            <p:cNvSpPr/>
            <p:nvPr/>
          </p:nvSpPr>
          <p:spPr>
            <a:xfrm>
              <a:off x="4741210" y="4634855"/>
              <a:ext cx="209926" cy="110340"/>
            </a:xfrm>
            <a:custGeom>
              <a:avLst/>
              <a:gdLst/>
              <a:ahLst/>
              <a:cxnLst/>
              <a:rect l="l" t="t" r="r" b="b"/>
              <a:pathLst>
                <a:path w="209926" h="110340">
                  <a:moveTo>
                    <a:pt x="209926" y="37905"/>
                  </a:moveTo>
                  <a:lnTo>
                    <a:pt x="144016" y="110340"/>
                  </a:lnTo>
                  <a:lnTo>
                    <a:pt x="0" y="745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89" name="Polygon 1089"/>
            <p:cNvSpPr/>
            <p:nvPr/>
          </p:nvSpPr>
          <p:spPr>
            <a:xfrm>
              <a:off x="7008882" y="4601583"/>
              <a:ext cx="209926" cy="128528"/>
            </a:xfrm>
            <a:custGeom>
              <a:avLst/>
              <a:gdLst/>
              <a:ahLst/>
              <a:cxnLst/>
              <a:rect l="l" t="t" r="r" b="b"/>
              <a:pathLst>
                <a:path w="209926" h="128528">
                  <a:moveTo>
                    <a:pt x="209926" y="48787"/>
                  </a:moveTo>
                  <a:lnTo>
                    <a:pt x="144016" y="128528"/>
                  </a:lnTo>
                  <a:lnTo>
                    <a:pt x="0" y="817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0" name="Polygon 1090"/>
            <p:cNvSpPr/>
            <p:nvPr/>
          </p:nvSpPr>
          <p:spPr>
            <a:xfrm>
              <a:off x="6030090" y="1327785"/>
              <a:ext cx="209926" cy="486005"/>
            </a:xfrm>
            <a:custGeom>
              <a:avLst/>
              <a:gdLst/>
              <a:ahLst/>
              <a:cxnLst/>
              <a:rect l="l" t="t" r="r" b="b"/>
              <a:pathLst>
                <a:path w="209926" h="486005">
                  <a:moveTo>
                    <a:pt x="209926" y="229758"/>
                  </a:moveTo>
                  <a:lnTo>
                    <a:pt x="144016" y="486005"/>
                  </a:lnTo>
                  <a:lnTo>
                    <a:pt x="0" y="2719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F2DE29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1" name="Polygon 1091"/>
            <p:cNvSpPr/>
            <p:nvPr/>
          </p:nvSpPr>
          <p:spPr>
            <a:xfrm>
              <a:off x="4387266" y="4638006"/>
              <a:ext cx="209926" cy="113247"/>
            </a:xfrm>
            <a:custGeom>
              <a:avLst/>
              <a:gdLst/>
              <a:ahLst/>
              <a:cxnLst/>
              <a:rect l="l" t="t" r="r" b="b"/>
              <a:pathLst>
                <a:path w="209926" h="113247">
                  <a:moveTo>
                    <a:pt x="209926" y="35705"/>
                  </a:moveTo>
                  <a:lnTo>
                    <a:pt x="144016" y="113247"/>
                  </a:lnTo>
                  <a:lnTo>
                    <a:pt x="0" y="778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2" name="Polygon 1092"/>
            <p:cNvSpPr/>
            <p:nvPr/>
          </p:nvSpPr>
          <p:spPr>
            <a:xfrm>
              <a:off x="5593110" y="4704520"/>
              <a:ext cx="209927" cy="74860"/>
            </a:xfrm>
            <a:custGeom>
              <a:avLst/>
              <a:gdLst/>
              <a:ahLst/>
              <a:cxnLst/>
              <a:rect l="l" t="t" r="r" b="b"/>
              <a:pathLst>
                <a:path w="209927" h="74860">
                  <a:moveTo>
                    <a:pt x="209927" y="15269"/>
                  </a:moveTo>
                  <a:lnTo>
                    <a:pt x="144017" y="74860"/>
                  </a:lnTo>
                  <a:lnTo>
                    <a:pt x="0" y="473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C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3" name="Polygon 1093"/>
            <p:cNvSpPr/>
            <p:nvPr/>
          </p:nvSpPr>
          <p:spPr>
            <a:xfrm>
              <a:off x="8214726" y="4643259"/>
              <a:ext cx="209926" cy="113534"/>
            </a:xfrm>
            <a:custGeom>
              <a:avLst/>
              <a:gdLst/>
              <a:ahLst/>
              <a:cxnLst/>
              <a:rect l="l" t="t" r="r" b="b"/>
              <a:pathLst>
                <a:path w="209926" h="113534">
                  <a:moveTo>
                    <a:pt x="209926" y="35665"/>
                  </a:moveTo>
                  <a:lnTo>
                    <a:pt x="144016" y="113534"/>
                  </a:lnTo>
                  <a:lnTo>
                    <a:pt x="0" y="779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4" name="Polygon 1094"/>
            <p:cNvSpPr/>
            <p:nvPr/>
          </p:nvSpPr>
          <p:spPr>
            <a:xfrm>
              <a:off x="4033324" y="4644851"/>
              <a:ext cx="209926" cy="113366"/>
            </a:xfrm>
            <a:custGeom>
              <a:avLst/>
              <a:gdLst/>
              <a:ahLst/>
              <a:cxnLst/>
              <a:rect l="l" t="t" r="r" b="b"/>
              <a:pathLst>
                <a:path w="209926" h="113366">
                  <a:moveTo>
                    <a:pt x="209926" y="35580"/>
                  </a:moveTo>
                  <a:lnTo>
                    <a:pt x="144016" y="113366"/>
                  </a:lnTo>
                  <a:lnTo>
                    <a:pt x="0" y="777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5" name="Polygon 1095"/>
            <p:cNvSpPr/>
            <p:nvPr/>
          </p:nvSpPr>
          <p:spPr>
            <a:xfrm>
              <a:off x="5947054" y="4669367"/>
              <a:ext cx="209926" cy="87896"/>
            </a:xfrm>
            <a:custGeom>
              <a:avLst/>
              <a:gdLst/>
              <a:ahLst/>
              <a:cxnLst/>
              <a:rect l="l" t="t" r="r" b="b"/>
              <a:pathLst>
                <a:path w="209926" h="87896">
                  <a:moveTo>
                    <a:pt x="209926" y="6527"/>
                  </a:moveTo>
                  <a:lnTo>
                    <a:pt x="144016" y="87896"/>
                  </a:lnTo>
                  <a:lnTo>
                    <a:pt x="0" y="6659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6" name="Polygon 1096"/>
            <p:cNvSpPr/>
            <p:nvPr/>
          </p:nvSpPr>
          <p:spPr>
            <a:xfrm>
              <a:off x="7860783" y="4650009"/>
              <a:ext cx="209926" cy="113535"/>
            </a:xfrm>
            <a:custGeom>
              <a:avLst/>
              <a:gdLst/>
              <a:ahLst/>
              <a:cxnLst/>
              <a:rect l="l" t="t" r="r" b="b"/>
              <a:pathLst>
                <a:path w="209926" h="113535">
                  <a:moveTo>
                    <a:pt x="209926" y="35603"/>
                  </a:moveTo>
                  <a:lnTo>
                    <a:pt x="144016" y="113535"/>
                  </a:lnTo>
                  <a:lnTo>
                    <a:pt x="0" y="7795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7" name="Polygon 1097"/>
            <p:cNvSpPr/>
            <p:nvPr/>
          </p:nvSpPr>
          <p:spPr>
            <a:xfrm>
              <a:off x="6654939" y="4579905"/>
              <a:ext cx="209926" cy="141502"/>
            </a:xfrm>
            <a:custGeom>
              <a:avLst/>
              <a:gdLst/>
              <a:ahLst/>
              <a:cxnLst/>
              <a:rect l="l" t="t" r="r" b="b"/>
              <a:pathLst>
                <a:path w="209926" h="141502">
                  <a:moveTo>
                    <a:pt x="209926" y="52186"/>
                  </a:moveTo>
                  <a:lnTo>
                    <a:pt x="144016" y="141502"/>
                  </a:lnTo>
                  <a:lnTo>
                    <a:pt x="0" y="943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7059D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8" name="Polygon 1098"/>
            <p:cNvSpPr/>
            <p:nvPr/>
          </p:nvSpPr>
          <p:spPr>
            <a:xfrm>
              <a:off x="3679382" y="4651326"/>
              <a:ext cx="209926" cy="113401"/>
            </a:xfrm>
            <a:custGeom>
              <a:avLst/>
              <a:gdLst/>
              <a:ahLst/>
              <a:cxnLst/>
              <a:rect l="l" t="t" r="r" b="b"/>
              <a:pathLst>
                <a:path w="209926" h="113401">
                  <a:moveTo>
                    <a:pt x="209926" y="35664"/>
                  </a:moveTo>
                  <a:lnTo>
                    <a:pt x="144016" y="113401"/>
                  </a:lnTo>
                  <a:lnTo>
                    <a:pt x="0" y="777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099" name="Polygon 1099"/>
            <p:cNvSpPr/>
            <p:nvPr/>
          </p:nvSpPr>
          <p:spPr>
            <a:xfrm>
              <a:off x="5239168" y="4689180"/>
              <a:ext cx="209926" cy="92166"/>
            </a:xfrm>
            <a:custGeom>
              <a:avLst/>
              <a:gdLst/>
              <a:ahLst/>
              <a:cxnLst/>
              <a:rect l="l" t="t" r="r" b="b"/>
              <a:pathLst>
                <a:path w="209926" h="92166">
                  <a:moveTo>
                    <a:pt x="209926" y="33287"/>
                  </a:moveTo>
                  <a:lnTo>
                    <a:pt x="144016" y="92166"/>
                  </a:lnTo>
                  <a:lnTo>
                    <a:pt x="0" y="572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E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0" name="Polygon 1100"/>
            <p:cNvSpPr/>
            <p:nvPr/>
          </p:nvSpPr>
          <p:spPr>
            <a:xfrm>
              <a:off x="6300996" y="4602371"/>
              <a:ext cx="209926" cy="125814"/>
            </a:xfrm>
            <a:custGeom>
              <a:avLst/>
              <a:gdLst/>
              <a:ahLst/>
              <a:cxnLst/>
              <a:rect l="l" t="t" r="r" b="b"/>
              <a:pathLst>
                <a:path w="209926" h="125814">
                  <a:moveTo>
                    <a:pt x="209926" y="29603"/>
                  </a:moveTo>
                  <a:lnTo>
                    <a:pt x="144016" y="125814"/>
                  </a:lnTo>
                  <a:lnTo>
                    <a:pt x="0" y="937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1" name="Polygon 1101"/>
            <p:cNvSpPr/>
            <p:nvPr/>
          </p:nvSpPr>
          <p:spPr>
            <a:xfrm>
              <a:off x="7506840" y="4655292"/>
              <a:ext cx="209927" cy="114583"/>
            </a:xfrm>
            <a:custGeom>
              <a:avLst/>
              <a:gdLst/>
              <a:ahLst/>
              <a:cxnLst/>
              <a:rect l="l" t="t" r="r" b="b"/>
              <a:pathLst>
                <a:path w="209927" h="114583">
                  <a:moveTo>
                    <a:pt x="209927" y="36782"/>
                  </a:moveTo>
                  <a:lnTo>
                    <a:pt x="144017" y="114583"/>
                  </a:lnTo>
                  <a:lnTo>
                    <a:pt x="0" y="776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2" name="Polygon 1102"/>
            <p:cNvSpPr/>
            <p:nvPr/>
          </p:nvSpPr>
          <p:spPr>
            <a:xfrm>
              <a:off x="3325438" y="4657816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31"/>
                  </a:moveTo>
                  <a:lnTo>
                    <a:pt x="144016" y="113422"/>
                  </a:lnTo>
                  <a:lnTo>
                    <a:pt x="0" y="778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3" name="Polygon 1103"/>
            <p:cNvSpPr/>
            <p:nvPr/>
          </p:nvSpPr>
          <p:spPr>
            <a:xfrm>
              <a:off x="4885226" y="4672760"/>
              <a:ext cx="209926" cy="108150"/>
            </a:xfrm>
            <a:custGeom>
              <a:avLst/>
              <a:gdLst/>
              <a:ahLst/>
              <a:cxnLst/>
              <a:rect l="l" t="t" r="r" b="b"/>
              <a:pathLst>
                <a:path w="209926" h="108150">
                  <a:moveTo>
                    <a:pt x="209926" y="37364"/>
                  </a:moveTo>
                  <a:lnTo>
                    <a:pt x="144016" y="108150"/>
                  </a:lnTo>
                  <a:lnTo>
                    <a:pt x="0" y="724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4" name="Polygon 1104"/>
            <p:cNvSpPr/>
            <p:nvPr/>
          </p:nvSpPr>
          <p:spPr>
            <a:xfrm>
              <a:off x="7152898" y="4650370"/>
              <a:ext cx="209926" cy="121862"/>
            </a:xfrm>
            <a:custGeom>
              <a:avLst/>
              <a:gdLst/>
              <a:ahLst/>
              <a:cxnLst/>
              <a:rect l="l" t="t" r="r" b="b"/>
              <a:pathLst>
                <a:path w="209926" h="121862">
                  <a:moveTo>
                    <a:pt x="209926" y="43281"/>
                  </a:moveTo>
                  <a:lnTo>
                    <a:pt x="144016" y="121862"/>
                  </a:lnTo>
                  <a:lnTo>
                    <a:pt x="0" y="797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5" name="Polygon 1105"/>
            <p:cNvSpPr/>
            <p:nvPr/>
          </p:nvSpPr>
          <p:spPr>
            <a:xfrm>
              <a:off x="4531283" y="4673712"/>
              <a:ext cx="209927" cy="112799"/>
            </a:xfrm>
            <a:custGeom>
              <a:avLst/>
              <a:gdLst/>
              <a:ahLst/>
              <a:cxnLst/>
              <a:rect l="l" t="t" r="r" b="b"/>
              <a:pathLst>
                <a:path w="209927" h="112799">
                  <a:moveTo>
                    <a:pt x="209927" y="35739"/>
                  </a:moveTo>
                  <a:lnTo>
                    <a:pt x="144017" y="112799"/>
                  </a:lnTo>
                  <a:lnTo>
                    <a:pt x="0" y="775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6" name="Polygon 1106"/>
            <p:cNvSpPr/>
            <p:nvPr/>
          </p:nvSpPr>
          <p:spPr>
            <a:xfrm>
              <a:off x="6798955" y="4632090"/>
              <a:ext cx="209926" cy="135769"/>
            </a:xfrm>
            <a:custGeom>
              <a:avLst/>
              <a:gdLst/>
              <a:ahLst/>
              <a:cxnLst/>
              <a:rect l="l" t="t" r="r" b="b"/>
              <a:pathLst>
                <a:path w="209926" h="135769">
                  <a:moveTo>
                    <a:pt x="209926" y="51226"/>
                  </a:moveTo>
                  <a:lnTo>
                    <a:pt x="144016" y="135769"/>
                  </a:lnTo>
                  <a:lnTo>
                    <a:pt x="0" y="8931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7" name="Polygon 1107"/>
            <p:cNvSpPr/>
            <p:nvPr/>
          </p:nvSpPr>
          <p:spPr>
            <a:xfrm>
              <a:off x="4177340" y="4680431"/>
              <a:ext cx="209926" cy="113277"/>
            </a:xfrm>
            <a:custGeom>
              <a:avLst/>
              <a:gdLst/>
              <a:ahLst/>
              <a:cxnLst/>
              <a:rect l="l" t="t" r="r" b="b"/>
              <a:pathLst>
                <a:path w="209926" h="113277">
                  <a:moveTo>
                    <a:pt x="209926" y="35473"/>
                  </a:moveTo>
                  <a:lnTo>
                    <a:pt x="144016" y="113277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8" name="Polygon 1108"/>
            <p:cNvSpPr/>
            <p:nvPr/>
          </p:nvSpPr>
          <p:spPr>
            <a:xfrm>
              <a:off x="5737128" y="4719789"/>
              <a:ext cx="209926" cy="87449"/>
            </a:xfrm>
            <a:custGeom>
              <a:avLst/>
              <a:gdLst/>
              <a:ahLst/>
              <a:cxnLst/>
              <a:rect l="l" t="t" r="r" b="b"/>
              <a:pathLst>
                <a:path w="209926" h="87449">
                  <a:moveTo>
                    <a:pt x="209926" y="16169"/>
                  </a:moveTo>
                  <a:lnTo>
                    <a:pt x="144016" y="87449"/>
                  </a:lnTo>
                  <a:lnTo>
                    <a:pt x="0" y="595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09" name="Polygon 1109"/>
            <p:cNvSpPr/>
            <p:nvPr/>
          </p:nvSpPr>
          <p:spPr>
            <a:xfrm>
              <a:off x="8004800" y="4685611"/>
              <a:ext cx="209926" cy="113468"/>
            </a:xfrm>
            <a:custGeom>
              <a:avLst/>
              <a:gdLst/>
              <a:ahLst/>
              <a:cxnLst/>
              <a:rect l="l" t="t" r="r" b="b"/>
              <a:pathLst>
                <a:path w="209926" h="113468">
                  <a:moveTo>
                    <a:pt x="209926" y="35587"/>
                  </a:moveTo>
                  <a:lnTo>
                    <a:pt x="144016" y="113468"/>
                  </a:lnTo>
                  <a:lnTo>
                    <a:pt x="0" y="779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0" name="Polygon 1110"/>
            <p:cNvSpPr/>
            <p:nvPr/>
          </p:nvSpPr>
          <p:spPr>
            <a:xfrm>
              <a:off x="3823398" y="4686991"/>
              <a:ext cx="209926" cy="113366"/>
            </a:xfrm>
            <a:custGeom>
              <a:avLst/>
              <a:gdLst/>
              <a:ahLst/>
              <a:cxnLst/>
              <a:rect l="l" t="t" r="r" b="b"/>
              <a:pathLst>
                <a:path w="209926" h="113366">
                  <a:moveTo>
                    <a:pt x="209926" y="35642"/>
                  </a:moveTo>
                  <a:lnTo>
                    <a:pt x="144016" y="113366"/>
                  </a:lnTo>
                  <a:lnTo>
                    <a:pt x="0" y="7773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1" name="Polygon 1111"/>
            <p:cNvSpPr/>
            <p:nvPr/>
          </p:nvSpPr>
          <p:spPr>
            <a:xfrm>
              <a:off x="6091070" y="4675894"/>
              <a:ext cx="209926" cy="109397"/>
            </a:xfrm>
            <a:custGeom>
              <a:avLst/>
              <a:gdLst/>
              <a:ahLst/>
              <a:cxnLst/>
              <a:rect l="l" t="t" r="r" b="b"/>
              <a:pathLst>
                <a:path w="209926" h="109397">
                  <a:moveTo>
                    <a:pt x="209926" y="20195"/>
                  </a:moveTo>
                  <a:lnTo>
                    <a:pt x="144016" y="109397"/>
                  </a:lnTo>
                  <a:lnTo>
                    <a:pt x="0" y="8136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2" name="Polygon 1112"/>
            <p:cNvSpPr/>
            <p:nvPr/>
          </p:nvSpPr>
          <p:spPr>
            <a:xfrm>
              <a:off x="6445012" y="4631974"/>
              <a:ext cx="209927" cy="135745"/>
            </a:xfrm>
            <a:custGeom>
              <a:avLst/>
              <a:gdLst/>
              <a:ahLst/>
              <a:cxnLst/>
              <a:rect l="l" t="t" r="r" b="b"/>
              <a:pathLst>
                <a:path w="209927" h="135745">
                  <a:moveTo>
                    <a:pt x="209927" y="42317"/>
                  </a:moveTo>
                  <a:lnTo>
                    <a:pt x="144017" y="135745"/>
                  </a:lnTo>
                  <a:lnTo>
                    <a:pt x="0" y="962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6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3" name="Polygon 1113"/>
            <p:cNvSpPr/>
            <p:nvPr/>
          </p:nvSpPr>
          <p:spPr>
            <a:xfrm>
              <a:off x="5383184" y="4722467"/>
              <a:ext cx="209926" cy="92738"/>
            </a:xfrm>
            <a:custGeom>
              <a:avLst/>
              <a:gdLst/>
              <a:ahLst/>
              <a:cxnLst/>
              <a:rect l="l" t="t" r="r" b="b"/>
              <a:pathLst>
                <a:path w="209926" h="92738">
                  <a:moveTo>
                    <a:pt x="209926" y="29413"/>
                  </a:moveTo>
                  <a:lnTo>
                    <a:pt x="144016" y="92738"/>
                  </a:lnTo>
                  <a:lnTo>
                    <a:pt x="0" y="5887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4" name="Polygon 1114"/>
            <p:cNvSpPr/>
            <p:nvPr/>
          </p:nvSpPr>
          <p:spPr>
            <a:xfrm>
              <a:off x="7650857" y="4692074"/>
              <a:ext cx="209926" cy="113728"/>
            </a:xfrm>
            <a:custGeom>
              <a:avLst/>
              <a:gdLst/>
              <a:ahLst/>
              <a:cxnLst/>
              <a:rect l="l" t="t" r="r" b="b"/>
              <a:pathLst>
                <a:path w="209926" h="113728">
                  <a:moveTo>
                    <a:pt x="209926" y="35885"/>
                  </a:moveTo>
                  <a:lnTo>
                    <a:pt x="144016" y="113728"/>
                  </a:lnTo>
                  <a:lnTo>
                    <a:pt x="0" y="778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5" name="Polygon 1115"/>
            <p:cNvSpPr/>
            <p:nvPr/>
          </p:nvSpPr>
          <p:spPr>
            <a:xfrm>
              <a:off x="3469455" y="4693448"/>
              <a:ext cx="209927" cy="113414"/>
            </a:xfrm>
            <a:custGeom>
              <a:avLst/>
              <a:gdLst/>
              <a:ahLst/>
              <a:cxnLst/>
              <a:rect l="l" t="t" r="r" b="b"/>
              <a:pathLst>
                <a:path w="209927" h="113414">
                  <a:moveTo>
                    <a:pt x="209927" y="35639"/>
                  </a:moveTo>
                  <a:lnTo>
                    <a:pt x="144017" y="113414"/>
                  </a:lnTo>
                  <a:lnTo>
                    <a:pt x="0" y="777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6" name="Polygon 1116"/>
            <p:cNvSpPr/>
            <p:nvPr/>
          </p:nvSpPr>
          <p:spPr>
            <a:xfrm>
              <a:off x="7296914" y="4693650"/>
              <a:ext cx="209926" cy="117289"/>
            </a:xfrm>
            <a:custGeom>
              <a:avLst/>
              <a:gdLst/>
              <a:ahLst/>
              <a:cxnLst/>
              <a:rect l="l" t="t" r="r" b="b"/>
              <a:pathLst>
                <a:path w="209926" h="117289">
                  <a:moveTo>
                    <a:pt x="209926" y="39259"/>
                  </a:moveTo>
                  <a:lnTo>
                    <a:pt x="144016" y="117289"/>
                  </a:lnTo>
                  <a:lnTo>
                    <a:pt x="0" y="785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7" name="Polygon 1117"/>
            <p:cNvSpPr/>
            <p:nvPr/>
          </p:nvSpPr>
          <p:spPr>
            <a:xfrm>
              <a:off x="5029242" y="4710124"/>
              <a:ext cx="209926" cy="106435"/>
            </a:xfrm>
            <a:custGeom>
              <a:avLst/>
              <a:gdLst/>
              <a:ahLst/>
              <a:cxnLst/>
              <a:rect l="l" t="t" r="r" b="b"/>
              <a:pathLst>
                <a:path w="209926" h="106435">
                  <a:moveTo>
                    <a:pt x="209926" y="36268"/>
                  </a:moveTo>
                  <a:lnTo>
                    <a:pt x="144016" y="106435"/>
                  </a:lnTo>
                  <a:lnTo>
                    <a:pt x="0" y="70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8" name="Polygon 1118"/>
            <p:cNvSpPr/>
            <p:nvPr/>
          </p:nvSpPr>
          <p:spPr>
            <a:xfrm>
              <a:off x="4675300" y="4709451"/>
              <a:ext cx="209926" cy="112301"/>
            </a:xfrm>
            <a:custGeom>
              <a:avLst/>
              <a:gdLst/>
              <a:ahLst/>
              <a:cxnLst/>
              <a:rect l="l" t="t" r="r" b="b"/>
              <a:pathLst>
                <a:path w="209926" h="112301">
                  <a:moveTo>
                    <a:pt x="209926" y="35745"/>
                  </a:moveTo>
                  <a:lnTo>
                    <a:pt x="144016" y="112301"/>
                  </a:lnTo>
                  <a:lnTo>
                    <a:pt x="0" y="770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19" name="Polygon 1119"/>
            <p:cNvSpPr/>
            <p:nvPr/>
          </p:nvSpPr>
          <p:spPr>
            <a:xfrm>
              <a:off x="6942972" y="4683317"/>
              <a:ext cx="209926" cy="127918"/>
            </a:xfrm>
            <a:custGeom>
              <a:avLst/>
              <a:gdLst/>
              <a:ahLst/>
              <a:cxnLst/>
              <a:rect l="l" t="t" r="r" b="b"/>
              <a:pathLst>
                <a:path w="209926" h="127918">
                  <a:moveTo>
                    <a:pt x="209926" y="46794"/>
                  </a:moveTo>
                  <a:lnTo>
                    <a:pt x="144016" y="127918"/>
                  </a:lnTo>
                  <a:lnTo>
                    <a:pt x="0" y="845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0" name="Polygon 1120"/>
            <p:cNvSpPr/>
            <p:nvPr/>
          </p:nvSpPr>
          <p:spPr>
            <a:xfrm>
              <a:off x="4321356" y="4715904"/>
              <a:ext cx="209926" cy="113189"/>
            </a:xfrm>
            <a:custGeom>
              <a:avLst/>
              <a:gdLst/>
              <a:ahLst/>
              <a:cxnLst/>
              <a:rect l="l" t="t" r="r" b="b"/>
              <a:pathLst>
                <a:path w="209926" h="113189">
                  <a:moveTo>
                    <a:pt x="209926" y="35350"/>
                  </a:moveTo>
                  <a:lnTo>
                    <a:pt x="144016" y="113189"/>
                  </a:lnTo>
                  <a:lnTo>
                    <a:pt x="0" y="778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1" name="Polygon 1121"/>
            <p:cNvSpPr/>
            <p:nvPr/>
          </p:nvSpPr>
          <p:spPr>
            <a:xfrm>
              <a:off x="8148816" y="4721199"/>
              <a:ext cx="209926" cy="113437"/>
            </a:xfrm>
            <a:custGeom>
              <a:avLst/>
              <a:gdLst/>
              <a:ahLst/>
              <a:cxnLst/>
              <a:rect l="l" t="t" r="r" b="b"/>
              <a:pathLst>
                <a:path w="209926" h="113437">
                  <a:moveTo>
                    <a:pt x="209926" y="35595"/>
                  </a:moveTo>
                  <a:lnTo>
                    <a:pt x="144016" y="113437"/>
                  </a:lnTo>
                  <a:lnTo>
                    <a:pt x="0" y="7788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2" name="Polygon 1122"/>
            <p:cNvSpPr/>
            <p:nvPr/>
          </p:nvSpPr>
          <p:spPr>
            <a:xfrm>
              <a:off x="6589029" y="4674291"/>
              <a:ext cx="209926" cy="135769"/>
            </a:xfrm>
            <a:custGeom>
              <a:avLst/>
              <a:gdLst/>
              <a:ahLst/>
              <a:cxnLst/>
              <a:rect l="l" t="t" r="r" b="b"/>
              <a:pathLst>
                <a:path w="209926" h="135769">
                  <a:moveTo>
                    <a:pt x="209926" y="47116"/>
                  </a:moveTo>
                  <a:lnTo>
                    <a:pt x="144016" y="135769"/>
                  </a:lnTo>
                  <a:lnTo>
                    <a:pt x="0" y="9342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5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3" name="Polygon 1123"/>
            <p:cNvSpPr/>
            <p:nvPr/>
          </p:nvSpPr>
          <p:spPr>
            <a:xfrm>
              <a:off x="3967414" y="4722632"/>
              <a:ext cx="209926" cy="113320"/>
            </a:xfrm>
            <a:custGeom>
              <a:avLst/>
              <a:gdLst/>
              <a:ahLst/>
              <a:cxnLst/>
              <a:rect l="l" t="t" r="r" b="b"/>
              <a:pathLst>
                <a:path w="209926" h="113320">
                  <a:moveTo>
                    <a:pt x="209926" y="35584"/>
                  </a:moveTo>
                  <a:lnTo>
                    <a:pt x="144016" y="113320"/>
                  </a:lnTo>
                  <a:lnTo>
                    <a:pt x="0" y="777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4" name="Polygon 1124"/>
            <p:cNvSpPr/>
            <p:nvPr/>
          </p:nvSpPr>
          <p:spPr>
            <a:xfrm>
              <a:off x="5881144" y="4735958"/>
              <a:ext cx="209926" cy="101188"/>
            </a:xfrm>
            <a:custGeom>
              <a:avLst/>
              <a:gdLst/>
              <a:ahLst/>
              <a:cxnLst/>
              <a:rect l="l" t="t" r="r" b="b"/>
              <a:pathLst>
                <a:path w="209926" h="101188">
                  <a:moveTo>
                    <a:pt x="209926" y="21306"/>
                  </a:moveTo>
                  <a:lnTo>
                    <a:pt x="144016" y="101188"/>
                  </a:lnTo>
                  <a:lnTo>
                    <a:pt x="0" y="7128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5" name="Polygon 1125"/>
            <p:cNvSpPr/>
            <p:nvPr/>
          </p:nvSpPr>
          <p:spPr>
            <a:xfrm>
              <a:off x="6235086" y="4696089"/>
              <a:ext cx="209926" cy="123085"/>
            </a:xfrm>
            <a:custGeom>
              <a:avLst/>
              <a:gdLst/>
              <a:ahLst/>
              <a:cxnLst/>
              <a:rect l="l" t="t" r="r" b="b"/>
              <a:pathLst>
                <a:path w="209926" h="123085">
                  <a:moveTo>
                    <a:pt x="209926" y="32096"/>
                  </a:moveTo>
                  <a:lnTo>
                    <a:pt x="144016" y="123085"/>
                  </a:lnTo>
                  <a:lnTo>
                    <a:pt x="0" y="892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6" name="Polygon 1126"/>
            <p:cNvSpPr/>
            <p:nvPr/>
          </p:nvSpPr>
          <p:spPr>
            <a:xfrm>
              <a:off x="5527200" y="4751881"/>
              <a:ext cx="209927" cy="96644"/>
            </a:xfrm>
            <a:custGeom>
              <a:avLst/>
              <a:gdLst/>
              <a:ahLst/>
              <a:cxnLst/>
              <a:rect l="l" t="t" r="r" b="b"/>
              <a:pathLst>
                <a:path w="209927" h="96644">
                  <a:moveTo>
                    <a:pt x="209927" y="27500"/>
                  </a:moveTo>
                  <a:lnTo>
                    <a:pt x="144017" y="96644"/>
                  </a:lnTo>
                  <a:lnTo>
                    <a:pt x="0" y="633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4F059A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7" name="Polygon 1127"/>
            <p:cNvSpPr/>
            <p:nvPr/>
          </p:nvSpPr>
          <p:spPr>
            <a:xfrm>
              <a:off x="7794873" y="4727959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584"/>
                  </a:moveTo>
                  <a:lnTo>
                    <a:pt x="144016" y="113424"/>
                  </a:lnTo>
                  <a:lnTo>
                    <a:pt x="0" y="778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8" name="Polygon 1128"/>
            <p:cNvSpPr/>
            <p:nvPr/>
          </p:nvSpPr>
          <p:spPr>
            <a:xfrm>
              <a:off x="3613472" y="4729086"/>
              <a:ext cx="209926" cy="113400"/>
            </a:xfrm>
            <a:custGeom>
              <a:avLst/>
              <a:gdLst/>
              <a:ahLst/>
              <a:cxnLst/>
              <a:rect l="l" t="t" r="r" b="b"/>
              <a:pathLst>
                <a:path w="209926" h="113400">
                  <a:moveTo>
                    <a:pt x="209926" y="35641"/>
                  </a:moveTo>
                  <a:lnTo>
                    <a:pt x="144016" y="113400"/>
                  </a:lnTo>
                  <a:lnTo>
                    <a:pt x="0" y="777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29" name="Polygon 1129"/>
            <p:cNvSpPr/>
            <p:nvPr/>
          </p:nvSpPr>
          <p:spPr>
            <a:xfrm>
              <a:off x="7440930" y="4732910"/>
              <a:ext cx="209927" cy="114791"/>
            </a:xfrm>
            <a:custGeom>
              <a:avLst/>
              <a:gdLst/>
              <a:ahLst/>
              <a:cxnLst/>
              <a:rect l="l" t="t" r="r" b="b"/>
              <a:pathLst>
                <a:path w="209927" h="114791">
                  <a:moveTo>
                    <a:pt x="209927" y="36966"/>
                  </a:moveTo>
                  <a:lnTo>
                    <a:pt x="144017" y="114791"/>
                  </a:lnTo>
                  <a:lnTo>
                    <a:pt x="0" y="7803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0" name="Polygon 1130"/>
            <p:cNvSpPr/>
            <p:nvPr/>
          </p:nvSpPr>
          <p:spPr>
            <a:xfrm>
              <a:off x="5173258" y="4746392"/>
              <a:ext cx="209926" cy="105740"/>
            </a:xfrm>
            <a:custGeom>
              <a:avLst/>
              <a:gdLst/>
              <a:ahLst/>
              <a:cxnLst/>
              <a:rect l="l" t="t" r="r" b="b"/>
              <a:pathLst>
                <a:path w="209926" h="105740">
                  <a:moveTo>
                    <a:pt x="209926" y="34954"/>
                  </a:moveTo>
                  <a:lnTo>
                    <a:pt x="144016" y="105740"/>
                  </a:lnTo>
                  <a:lnTo>
                    <a:pt x="0" y="7016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1" name="Polygon 1131"/>
            <p:cNvSpPr/>
            <p:nvPr/>
          </p:nvSpPr>
          <p:spPr>
            <a:xfrm>
              <a:off x="7086988" y="4730111"/>
              <a:ext cx="209926" cy="121253"/>
            </a:xfrm>
            <a:custGeom>
              <a:avLst/>
              <a:gdLst/>
              <a:ahLst/>
              <a:cxnLst/>
              <a:rect l="l" t="t" r="r" b="b"/>
              <a:pathLst>
                <a:path w="209926" h="121253">
                  <a:moveTo>
                    <a:pt x="209926" y="42121"/>
                  </a:moveTo>
                  <a:lnTo>
                    <a:pt x="144016" y="121253"/>
                  </a:lnTo>
                  <a:lnTo>
                    <a:pt x="0" y="811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2" name="Polygon 1132"/>
            <p:cNvSpPr/>
            <p:nvPr/>
          </p:nvSpPr>
          <p:spPr>
            <a:xfrm>
              <a:off x="4819316" y="4745196"/>
              <a:ext cx="209926" cy="111884"/>
            </a:xfrm>
            <a:custGeom>
              <a:avLst/>
              <a:gdLst/>
              <a:ahLst/>
              <a:cxnLst/>
              <a:rect l="l" t="t" r="r" b="b"/>
              <a:pathLst>
                <a:path w="209926" h="111884">
                  <a:moveTo>
                    <a:pt x="209926" y="35714"/>
                  </a:moveTo>
                  <a:lnTo>
                    <a:pt x="144016" y="111884"/>
                  </a:lnTo>
                  <a:lnTo>
                    <a:pt x="0" y="765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3" name="Polygon 1133"/>
            <p:cNvSpPr/>
            <p:nvPr/>
          </p:nvSpPr>
          <p:spPr>
            <a:xfrm>
              <a:off x="4465372" y="4751254"/>
              <a:ext cx="209927" cy="113143"/>
            </a:xfrm>
            <a:custGeom>
              <a:avLst/>
              <a:gdLst/>
              <a:ahLst/>
              <a:cxnLst/>
              <a:rect l="l" t="t" r="r" b="b"/>
              <a:pathLst>
                <a:path w="209927" h="113143">
                  <a:moveTo>
                    <a:pt x="209927" y="35257"/>
                  </a:moveTo>
                  <a:lnTo>
                    <a:pt x="144017" y="113143"/>
                  </a:lnTo>
                  <a:lnTo>
                    <a:pt x="0" y="77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4" name="Polygon 1134"/>
            <p:cNvSpPr/>
            <p:nvPr/>
          </p:nvSpPr>
          <p:spPr>
            <a:xfrm>
              <a:off x="6733045" y="4721407"/>
              <a:ext cx="209926" cy="130606"/>
            </a:xfrm>
            <a:custGeom>
              <a:avLst/>
              <a:gdLst/>
              <a:ahLst/>
              <a:cxnLst/>
              <a:rect l="l" t="t" r="r" b="b"/>
              <a:pathLst>
                <a:path w="209926" h="130606">
                  <a:moveTo>
                    <a:pt x="209926" y="46452"/>
                  </a:moveTo>
                  <a:lnTo>
                    <a:pt x="144016" y="130606"/>
                  </a:lnTo>
                  <a:lnTo>
                    <a:pt x="0" y="886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5" name="Polygon 1135"/>
            <p:cNvSpPr/>
            <p:nvPr/>
          </p:nvSpPr>
          <p:spPr>
            <a:xfrm>
              <a:off x="4111430" y="4758217"/>
              <a:ext cx="209926" cy="113280"/>
            </a:xfrm>
            <a:custGeom>
              <a:avLst/>
              <a:gdLst/>
              <a:ahLst/>
              <a:cxnLst/>
              <a:rect l="l" t="t" r="r" b="b"/>
              <a:pathLst>
                <a:path w="209926" h="113280">
                  <a:moveTo>
                    <a:pt x="209926" y="35491"/>
                  </a:moveTo>
                  <a:lnTo>
                    <a:pt x="144016" y="113280"/>
                  </a:lnTo>
                  <a:lnTo>
                    <a:pt x="0" y="777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6" name="Polygon 1136"/>
            <p:cNvSpPr/>
            <p:nvPr/>
          </p:nvSpPr>
          <p:spPr>
            <a:xfrm>
              <a:off x="6379102" y="4728185"/>
              <a:ext cx="209927" cy="128529"/>
            </a:xfrm>
            <a:custGeom>
              <a:avLst/>
              <a:gdLst/>
              <a:ahLst/>
              <a:cxnLst/>
              <a:rect l="l" t="t" r="r" b="b"/>
              <a:pathLst>
                <a:path w="209927" h="128529">
                  <a:moveTo>
                    <a:pt x="209927" y="39534"/>
                  </a:moveTo>
                  <a:lnTo>
                    <a:pt x="144017" y="128529"/>
                  </a:lnTo>
                  <a:lnTo>
                    <a:pt x="0" y="909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4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7" name="Polygon 1137"/>
            <p:cNvSpPr/>
            <p:nvPr/>
          </p:nvSpPr>
          <p:spPr>
            <a:xfrm>
              <a:off x="6025160" y="4757263"/>
              <a:ext cx="209926" cy="112469"/>
            </a:xfrm>
            <a:custGeom>
              <a:avLst/>
              <a:gdLst/>
              <a:ahLst/>
              <a:cxnLst/>
              <a:rect l="l" t="t" r="r" b="b"/>
              <a:pathLst>
                <a:path w="209926" h="112469">
                  <a:moveTo>
                    <a:pt x="209926" y="28028"/>
                  </a:moveTo>
                  <a:lnTo>
                    <a:pt x="144016" y="112469"/>
                  </a:lnTo>
                  <a:lnTo>
                    <a:pt x="0" y="798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8" name="Polygon 1138"/>
            <p:cNvSpPr/>
            <p:nvPr/>
          </p:nvSpPr>
          <p:spPr>
            <a:xfrm>
              <a:off x="7938889" y="4763544"/>
              <a:ext cx="209926" cy="113362"/>
            </a:xfrm>
            <a:custGeom>
              <a:avLst/>
              <a:gdLst/>
              <a:ahLst/>
              <a:cxnLst/>
              <a:rect l="l" t="t" r="r" b="b"/>
              <a:pathLst>
                <a:path w="209926" h="113362">
                  <a:moveTo>
                    <a:pt x="209926" y="35535"/>
                  </a:moveTo>
                  <a:lnTo>
                    <a:pt x="144016" y="113362"/>
                  </a:lnTo>
                  <a:lnTo>
                    <a:pt x="0" y="7783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39" name="Polygon 1139"/>
            <p:cNvSpPr/>
            <p:nvPr/>
          </p:nvSpPr>
          <p:spPr>
            <a:xfrm>
              <a:off x="3757488" y="4764727"/>
              <a:ext cx="209926" cy="113379"/>
            </a:xfrm>
            <a:custGeom>
              <a:avLst/>
              <a:gdLst/>
              <a:ahLst/>
              <a:cxnLst/>
              <a:rect l="l" t="t" r="r" b="b"/>
              <a:pathLst>
                <a:path w="209926" h="113379">
                  <a:moveTo>
                    <a:pt x="209926" y="35629"/>
                  </a:moveTo>
                  <a:lnTo>
                    <a:pt x="144016" y="113379"/>
                  </a:lnTo>
                  <a:lnTo>
                    <a:pt x="0" y="777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0" name="Polygon 1140"/>
            <p:cNvSpPr/>
            <p:nvPr/>
          </p:nvSpPr>
          <p:spPr>
            <a:xfrm>
              <a:off x="5671217" y="4779380"/>
              <a:ext cx="209926" cy="102563"/>
            </a:xfrm>
            <a:custGeom>
              <a:avLst/>
              <a:gdLst/>
              <a:ahLst/>
              <a:cxnLst/>
              <a:rect l="l" t="t" r="r" b="b"/>
              <a:pathLst>
                <a:path w="209926" h="102563">
                  <a:moveTo>
                    <a:pt x="209926" y="27858"/>
                  </a:moveTo>
                  <a:lnTo>
                    <a:pt x="144016" y="102563"/>
                  </a:lnTo>
                  <a:lnTo>
                    <a:pt x="0" y="6914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1" name="Polygon 1141"/>
            <p:cNvSpPr/>
            <p:nvPr/>
          </p:nvSpPr>
          <p:spPr>
            <a:xfrm>
              <a:off x="7584947" y="4769875"/>
              <a:ext cx="209926" cy="113705"/>
            </a:xfrm>
            <a:custGeom>
              <a:avLst/>
              <a:gdLst/>
              <a:ahLst/>
              <a:cxnLst/>
              <a:rect l="l" t="t" r="r" b="b"/>
              <a:pathLst>
                <a:path w="209926" h="113705">
                  <a:moveTo>
                    <a:pt x="209926" y="35927"/>
                  </a:moveTo>
                  <a:lnTo>
                    <a:pt x="144016" y="113705"/>
                  </a:lnTo>
                  <a:lnTo>
                    <a:pt x="0" y="778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2" name="Polygon 1142"/>
            <p:cNvSpPr/>
            <p:nvPr/>
          </p:nvSpPr>
          <p:spPr>
            <a:xfrm>
              <a:off x="5317274" y="4781346"/>
              <a:ext cx="209926" cy="106295"/>
            </a:xfrm>
            <a:custGeom>
              <a:avLst/>
              <a:gdLst/>
              <a:ahLst/>
              <a:cxnLst/>
              <a:rect l="l" t="t" r="r" b="b"/>
              <a:pathLst>
                <a:path w="209926" h="106295">
                  <a:moveTo>
                    <a:pt x="209926" y="33859"/>
                  </a:moveTo>
                  <a:lnTo>
                    <a:pt x="144017" y="106295"/>
                  </a:lnTo>
                  <a:lnTo>
                    <a:pt x="0" y="70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0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3" name="Polygon 1143"/>
            <p:cNvSpPr/>
            <p:nvPr/>
          </p:nvSpPr>
          <p:spPr>
            <a:xfrm>
              <a:off x="7231004" y="4772232"/>
              <a:ext cx="209926" cy="116894"/>
            </a:xfrm>
            <a:custGeom>
              <a:avLst/>
              <a:gdLst/>
              <a:ahLst/>
              <a:cxnLst/>
              <a:rect l="l" t="t" r="r" b="b"/>
              <a:pathLst>
                <a:path w="209926" h="116894">
                  <a:moveTo>
                    <a:pt x="209926" y="38708"/>
                  </a:moveTo>
                  <a:lnTo>
                    <a:pt x="144016" y="116894"/>
                  </a:lnTo>
                  <a:lnTo>
                    <a:pt x="0" y="7913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4" name="Polygon 1144"/>
            <p:cNvSpPr/>
            <p:nvPr/>
          </p:nvSpPr>
          <p:spPr>
            <a:xfrm>
              <a:off x="4963332" y="4780910"/>
              <a:ext cx="209926" cy="111674"/>
            </a:xfrm>
            <a:custGeom>
              <a:avLst/>
              <a:gdLst/>
              <a:ahLst/>
              <a:cxnLst/>
              <a:rect l="l" t="t" r="r" b="b"/>
              <a:pathLst>
                <a:path w="209926" h="111674">
                  <a:moveTo>
                    <a:pt x="209926" y="35649"/>
                  </a:moveTo>
                  <a:lnTo>
                    <a:pt x="144016" y="111674"/>
                  </a:lnTo>
                  <a:lnTo>
                    <a:pt x="0" y="761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5" name="Polygon 1145"/>
            <p:cNvSpPr/>
            <p:nvPr/>
          </p:nvSpPr>
          <p:spPr>
            <a:xfrm>
              <a:off x="6877061" y="4767860"/>
              <a:ext cx="209926" cy="124306"/>
            </a:xfrm>
            <a:custGeom>
              <a:avLst/>
              <a:gdLst/>
              <a:ahLst/>
              <a:cxnLst/>
              <a:rect l="l" t="t" r="r" b="b"/>
              <a:pathLst>
                <a:path w="209926" h="124306">
                  <a:moveTo>
                    <a:pt x="209926" y="43375"/>
                  </a:moveTo>
                  <a:lnTo>
                    <a:pt x="144016" y="124306"/>
                  </a:lnTo>
                  <a:lnTo>
                    <a:pt x="0" y="841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6" name="Polygon 1146"/>
            <p:cNvSpPr/>
            <p:nvPr/>
          </p:nvSpPr>
          <p:spPr>
            <a:xfrm>
              <a:off x="4609389" y="4786511"/>
              <a:ext cx="209926" cy="113176"/>
            </a:xfrm>
            <a:custGeom>
              <a:avLst/>
              <a:gdLst/>
              <a:ahLst/>
              <a:cxnLst/>
              <a:rect l="l" t="t" r="r" b="b"/>
              <a:pathLst>
                <a:path w="209926" h="113176">
                  <a:moveTo>
                    <a:pt x="209926" y="35241"/>
                  </a:moveTo>
                  <a:lnTo>
                    <a:pt x="144016" y="113176"/>
                  </a:lnTo>
                  <a:lnTo>
                    <a:pt x="0" y="778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7" name="Polygon 1147"/>
            <p:cNvSpPr/>
            <p:nvPr/>
          </p:nvSpPr>
          <p:spPr>
            <a:xfrm>
              <a:off x="4255446" y="4793708"/>
              <a:ext cx="209926" cy="113273"/>
            </a:xfrm>
            <a:custGeom>
              <a:avLst/>
              <a:gdLst/>
              <a:ahLst/>
              <a:cxnLst/>
              <a:rect l="l" t="t" r="r" b="b"/>
              <a:pathLst>
                <a:path w="209926" h="113273">
                  <a:moveTo>
                    <a:pt x="209926" y="35385"/>
                  </a:moveTo>
                  <a:lnTo>
                    <a:pt x="144016" y="113273"/>
                  </a:lnTo>
                  <a:lnTo>
                    <a:pt x="0" y="777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8" name="Polygon 1148"/>
            <p:cNvSpPr/>
            <p:nvPr/>
          </p:nvSpPr>
          <p:spPr>
            <a:xfrm>
              <a:off x="6523119" y="4767719"/>
              <a:ext cx="209926" cy="127917"/>
            </a:xfrm>
            <a:custGeom>
              <a:avLst/>
              <a:gdLst/>
              <a:ahLst/>
              <a:cxnLst/>
              <a:rect l="l" t="t" r="r" b="b"/>
              <a:pathLst>
                <a:path w="209926" h="127917">
                  <a:moveTo>
                    <a:pt x="209926" y="42341"/>
                  </a:moveTo>
                  <a:lnTo>
                    <a:pt x="144016" y="127917"/>
                  </a:lnTo>
                  <a:lnTo>
                    <a:pt x="0" y="8899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3059C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49" name="Polygon 1149"/>
            <p:cNvSpPr/>
            <p:nvPr/>
          </p:nvSpPr>
          <p:spPr>
            <a:xfrm>
              <a:off x="8082905" y="4799079"/>
              <a:ext cx="209926" cy="113376"/>
            </a:xfrm>
            <a:custGeom>
              <a:avLst/>
              <a:gdLst/>
              <a:ahLst/>
              <a:cxnLst/>
              <a:rect l="l" t="t" r="r" b="b"/>
              <a:pathLst>
                <a:path w="209926" h="113376">
                  <a:moveTo>
                    <a:pt x="209926" y="35557"/>
                  </a:moveTo>
                  <a:lnTo>
                    <a:pt x="144016" y="113376"/>
                  </a:lnTo>
                  <a:lnTo>
                    <a:pt x="0" y="778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0" name="Polygon 1150"/>
            <p:cNvSpPr/>
            <p:nvPr/>
          </p:nvSpPr>
          <p:spPr>
            <a:xfrm>
              <a:off x="6169176" y="4785291"/>
              <a:ext cx="209926" cy="119363"/>
            </a:xfrm>
            <a:custGeom>
              <a:avLst/>
              <a:gdLst/>
              <a:ahLst/>
              <a:cxnLst/>
              <a:rect l="l" t="t" r="r" b="b"/>
              <a:pathLst>
                <a:path w="209926" h="119363">
                  <a:moveTo>
                    <a:pt x="209926" y="33882"/>
                  </a:moveTo>
                  <a:lnTo>
                    <a:pt x="144016" y="119363"/>
                  </a:lnTo>
                  <a:lnTo>
                    <a:pt x="0" y="8444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1" name="Polygon 1151"/>
            <p:cNvSpPr/>
            <p:nvPr/>
          </p:nvSpPr>
          <p:spPr>
            <a:xfrm>
              <a:off x="3901504" y="4800356"/>
              <a:ext cx="209926" cy="113354"/>
            </a:xfrm>
            <a:custGeom>
              <a:avLst/>
              <a:gdLst/>
              <a:ahLst/>
              <a:cxnLst/>
              <a:rect l="l" t="t" r="r" b="b"/>
              <a:pathLst>
                <a:path w="209926" h="113354">
                  <a:moveTo>
                    <a:pt x="209926" y="35596"/>
                  </a:moveTo>
                  <a:lnTo>
                    <a:pt x="144016" y="113354"/>
                  </a:lnTo>
                  <a:lnTo>
                    <a:pt x="0" y="7775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2" name="Polygon 1152"/>
            <p:cNvSpPr/>
            <p:nvPr/>
          </p:nvSpPr>
          <p:spPr>
            <a:xfrm>
              <a:off x="5815233" y="4807238"/>
              <a:ext cx="209926" cy="108704"/>
            </a:xfrm>
            <a:custGeom>
              <a:avLst/>
              <a:gdLst/>
              <a:ahLst/>
              <a:cxnLst/>
              <a:rect l="l" t="t" r="r" b="b"/>
              <a:pathLst>
                <a:path w="209926" h="108704">
                  <a:moveTo>
                    <a:pt x="209926" y="29908"/>
                  </a:moveTo>
                  <a:lnTo>
                    <a:pt x="144016" y="108704"/>
                  </a:lnTo>
                  <a:lnTo>
                    <a:pt x="0" y="7470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3" name="Polygon 1153"/>
            <p:cNvSpPr/>
            <p:nvPr/>
          </p:nvSpPr>
          <p:spPr>
            <a:xfrm>
              <a:off x="7728963" y="4805803"/>
              <a:ext cx="209926" cy="113363"/>
            </a:xfrm>
            <a:custGeom>
              <a:avLst/>
              <a:gdLst/>
              <a:ahLst/>
              <a:cxnLst/>
              <a:rect l="l" t="t" r="r" b="b"/>
              <a:pathLst>
                <a:path w="209926" h="113363">
                  <a:moveTo>
                    <a:pt x="209926" y="35581"/>
                  </a:moveTo>
                  <a:lnTo>
                    <a:pt x="144016" y="113363"/>
                  </a:lnTo>
                  <a:lnTo>
                    <a:pt x="0" y="7777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4" name="Polygon 1154"/>
            <p:cNvSpPr/>
            <p:nvPr/>
          </p:nvSpPr>
          <p:spPr>
            <a:xfrm>
              <a:off x="5461291" y="4815206"/>
              <a:ext cx="209926" cy="107913"/>
            </a:xfrm>
            <a:custGeom>
              <a:avLst/>
              <a:gdLst/>
              <a:ahLst/>
              <a:cxnLst/>
              <a:rect l="l" t="t" r="r" b="b"/>
              <a:pathLst>
                <a:path w="209926" h="107913">
                  <a:moveTo>
                    <a:pt x="209926" y="33318"/>
                  </a:moveTo>
                  <a:lnTo>
                    <a:pt x="144016" y="107913"/>
                  </a:lnTo>
                  <a:lnTo>
                    <a:pt x="0" y="72436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5" name="Polygon 1155"/>
            <p:cNvSpPr/>
            <p:nvPr/>
          </p:nvSpPr>
          <p:spPr>
            <a:xfrm>
              <a:off x="7375020" y="4810939"/>
              <a:ext cx="209927" cy="114594"/>
            </a:xfrm>
            <a:custGeom>
              <a:avLst/>
              <a:gdLst/>
              <a:ahLst/>
              <a:cxnLst/>
              <a:rect l="l" t="t" r="r" b="b"/>
              <a:pathLst>
                <a:path w="209927" h="114594">
                  <a:moveTo>
                    <a:pt x="209927" y="36761"/>
                  </a:moveTo>
                  <a:lnTo>
                    <a:pt x="144017" y="114594"/>
                  </a:lnTo>
                  <a:lnTo>
                    <a:pt x="0" y="781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6" name="Polygon 1156"/>
            <p:cNvSpPr/>
            <p:nvPr/>
          </p:nvSpPr>
          <p:spPr>
            <a:xfrm>
              <a:off x="5107348" y="4816559"/>
              <a:ext cx="209926" cy="111743"/>
            </a:xfrm>
            <a:custGeom>
              <a:avLst/>
              <a:gdLst/>
              <a:ahLst/>
              <a:cxnLst/>
              <a:rect l="l" t="t" r="r" b="b"/>
              <a:pathLst>
                <a:path w="209926" h="111743">
                  <a:moveTo>
                    <a:pt x="209926" y="35573"/>
                  </a:moveTo>
                  <a:lnTo>
                    <a:pt x="144016" y="111743"/>
                  </a:lnTo>
                  <a:lnTo>
                    <a:pt x="0" y="7602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7" name="Polygon 1157"/>
            <p:cNvSpPr/>
            <p:nvPr/>
          </p:nvSpPr>
          <p:spPr>
            <a:xfrm>
              <a:off x="7021078" y="4811235"/>
              <a:ext cx="209926" cy="119185"/>
            </a:xfrm>
            <a:custGeom>
              <a:avLst/>
              <a:gdLst/>
              <a:ahLst/>
              <a:cxnLst/>
              <a:rect l="l" t="t" r="r" b="b"/>
              <a:pathLst>
                <a:path w="209926" h="119185">
                  <a:moveTo>
                    <a:pt x="209926" y="40130"/>
                  </a:moveTo>
                  <a:lnTo>
                    <a:pt x="144016" y="119185"/>
                  </a:lnTo>
                  <a:lnTo>
                    <a:pt x="0" y="809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8" name="Polygon 1158"/>
            <p:cNvSpPr/>
            <p:nvPr/>
          </p:nvSpPr>
          <p:spPr>
            <a:xfrm>
              <a:off x="4753406" y="4821751"/>
              <a:ext cx="209926" cy="113301"/>
            </a:xfrm>
            <a:custGeom>
              <a:avLst/>
              <a:gdLst/>
              <a:ahLst/>
              <a:cxnLst/>
              <a:rect l="l" t="t" r="r" b="b"/>
              <a:pathLst>
                <a:path w="209926" h="113301">
                  <a:moveTo>
                    <a:pt x="209926" y="35328"/>
                  </a:moveTo>
                  <a:lnTo>
                    <a:pt x="144016" y="113301"/>
                  </a:lnTo>
                  <a:lnTo>
                    <a:pt x="0" y="779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59" name="Polygon 1159"/>
            <p:cNvSpPr/>
            <p:nvPr/>
          </p:nvSpPr>
          <p:spPr>
            <a:xfrm>
              <a:off x="6667135" y="4810060"/>
              <a:ext cx="209926" cy="124306"/>
            </a:xfrm>
            <a:custGeom>
              <a:avLst/>
              <a:gdLst/>
              <a:ahLst/>
              <a:cxnLst/>
              <a:rect l="l" t="t" r="r" b="b"/>
              <a:pathLst>
                <a:path w="209926" h="124306">
                  <a:moveTo>
                    <a:pt x="209926" y="41953"/>
                  </a:moveTo>
                  <a:lnTo>
                    <a:pt x="144016" y="124306"/>
                  </a:lnTo>
                  <a:lnTo>
                    <a:pt x="0" y="855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0" name="Polygon 1160"/>
            <p:cNvSpPr/>
            <p:nvPr/>
          </p:nvSpPr>
          <p:spPr>
            <a:xfrm>
              <a:off x="4399462" y="4829093"/>
              <a:ext cx="209927" cy="113327"/>
            </a:xfrm>
            <a:custGeom>
              <a:avLst/>
              <a:gdLst/>
              <a:ahLst/>
              <a:cxnLst/>
              <a:rect l="l" t="t" r="r" b="b"/>
              <a:pathLst>
                <a:path w="209927" h="113327">
                  <a:moveTo>
                    <a:pt x="209927" y="35303"/>
                  </a:moveTo>
                  <a:lnTo>
                    <a:pt x="144017" y="113327"/>
                  </a:lnTo>
                  <a:lnTo>
                    <a:pt x="0" y="778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1" name="Polygon 1161"/>
            <p:cNvSpPr/>
            <p:nvPr/>
          </p:nvSpPr>
          <p:spPr>
            <a:xfrm>
              <a:off x="6313192" y="4819174"/>
              <a:ext cx="209927" cy="121862"/>
            </a:xfrm>
            <a:custGeom>
              <a:avLst/>
              <a:gdLst/>
              <a:ahLst/>
              <a:cxnLst/>
              <a:rect l="l" t="t" r="r" b="b"/>
              <a:pathLst>
                <a:path w="209927" h="121862">
                  <a:moveTo>
                    <a:pt x="209927" y="37541"/>
                  </a:moveTo>
                  <a:lnTo>
                    <a:pt x="144017" y="121862"/>
                  </a:lnTo>
                  <a:lnTo>
                    <a:pt x="0" y="854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2" name="Polygon 1162"/>
            <p:cNvSpPr/>
            <p:nvPr/>
          </p:nvSpPr>
          <p:spPr>
            <a:xfrm>
              <a:off x="4045520" y="4835952"/>
              <a:ext cx="209926" cy="113340"/>
            </a:xfrm>
            <a:custGeom>
              <a:avLst/>
              <a:gdLst/>
              <a:ahLst/>
              <a:cxnLst/>
              <a:rect l="l" t="t" r="r" b="b"/>
              <a:pathLst>
                <a:path w="209926" h="113340">
                  <a:moveTo>
                    <a:pt x="209926" y="35544"/>
                  </a:moveTo>
                  <a:lnTo>
                    <a:pt x="144016" y="113340"/>
                  </a:lnTo>
                  <a:lnTo>
                    <a:pt x="0" y="777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3" name="Polygon 1163"/>
            <p:cNvSpPr/>
            <p:nvPr/>
          </p:nvSpPr>
          <p:spPr>
            <a:xfrm>
              <a:off x="5959250" y="4837146"/>
              <a:ext cx="209926" cy="113553"/>
            </a:xfrm>
            <a:custGeom>
              <a:avLst/>
              <a:gdLst/>
              <a:ahLst/>
              <a:cxnLst/>
              <a:rect l="l" t="t" r="r" b="b"/>
              <a:pathLst>
                <a:path w="209926" h="113553">
                  <a:moveTo>
                    <a:pt x="209926" y="32587"/>
                  </a:moveTo>
                  <a:lnTo>
                    <a:pt x="144016" y="113553"/>
                  </a:lnTo>
                  <a:lnTo>
                    <a:pt x="0" y="78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4" name="Polygon 1164"/>
            <p:cNvSpPr/>
            <p:nvPr/>
          </p:nvSpPr>
          <p:spPr>
            <a:xfrm>
              <a:off x="7872979" y="4841383"/>
              <a:ext cx="209926" cy="113318"/>
            </a:xfrm>
            <a:custGeom>
              <a:avLst/>
              <a:gdLst/>
              <a:ahLst/>
              <a:cxnLst/>
              <a:rect l="l" t="t" r="r" b="b"/>
              <a:pathLst>
                <a:path w="209926" h="113318">
                  <a:moveTo>
                    <a:pt x="209926" y="35523"/>
                  </a:moveTo>
                  <a:lnTo>
                    <a:pt x="144016" y="113318"/>
                  </a:lnTo>
                  <a:lnTo>
                    <a:pt x="0" y="777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5" name="Polygon 1165"/>
            <p:cNvSpPr/>
            <p:nvPr/>
          </p:nvSpPr>
          <p:spPr>
            <a:xfrm>
              <a:off x="5605307" y="4848524"/>
              <a:ext cx="209926" cy="110079"/>
            </a:xfrm>
            <a:custGeom>
              <a:avLst/>
              <a:gdLst/>
              <a:ahLst/>
              <a:cxnLst/>
              <a:rect l="l" t="t" r="r" b="b"/>
              <a:pathLst>
                <a:path w="209926" h="110079">
                  <a:moveTo>
                    <a:pt x="209926" y="33419"/>
                  </a:moveTo>
                  <a:lnTo>
                    <a:pt x="144016" y="110079"/>
                  </a:lnTo>
                  <a:lnTo>
                    <a:pt x="0" y="745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6" name="Polygon 1166"/>
            <p:cNvSpPr/>
            <p:nvPr/>
          </p:nvSpPr>
          <p:spPr>
            <a:xfrm>
              <a:off x="7519037" y="4847700"/>
              <a:ext cx="209926" cy="113632"/>
            </a:xfrm>
            <a:custGeom>
              <a:avLst/>
              <a:gdLst/>
              <a:ahLst/>
              <a:cxnLst/>
              <a:rect l="l" t="t" r="r" b="b"/>
              <a:pathLst>
                <a:path w="209926" h="113632">
                  <a:moveTo>
                    <a:pt x="209926" y="35880"/>
                  </a:moveTo>
                  <a:lnTo>
                    <a:pt x="144016" y="113632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7" name="Polygon 1167"/>
            <p:cNvSpPr/>
            <p:nvPr/>
          </p:nvSpPr>
          <p:spPr>
            <a:xfrm>
              <a:off x="5251364" y="4852132"/>
              <a:ext cx="209927" cy="112064"/>
            </a:xfrm>
            <a:custGeom>
              <a:avLst/>
              <a:gdLst/>
              <a:ahLst/>
              <a:cxnLst/>
              <a:rect l="l" t="t" r="r" b="b"/>
              <a:pathLst>
                <a:path w="209927" h="112064">
                  <a:moveTo>
                    <a:pt x="209927" y="35509"/>
                  </a:moveTo>
                  <a:lnTo>
                    <a:pt x="144017" y="112064"/>
                  </a:lnTo>
                  <a:lnTo>
                    <a:pt x="0" y="761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8" name="Polygon 1168"/>
            <p:cNvSpPr/>
            <p:nvPr/>
          </p:nvSpPr>
          <p:spPr>
            <a:xfrm>
              <a:off x="7165094" y="4851364"/>
              <a:ext cx="209926" cy="115925"/>
            </a:xfrm>
            <a:custGeom>
              <a:avLst/>
              <a:gdLst/>
              <a:ahLst/>
              <a:cxnLst/>
              <a:rect l="l" t="t" r="r" b="b"/>
              <a:pathLst>
                <a:path w="209926" h="115925">
                  <a:moveTo>
                    <a:pt x="209926" y="37761"/>
                  </a:moveTo>
                  <a:lnTo>
                    <a:pt x="144016" y="115925"/>
                  </a:lnTo>
                  <a:lnTo>
                    <a:pt x="0" y="790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69" name="Polygon 1169"/>
            <p:cNvSpPr/>
            <p:nvPr/>
          </p:nvSpPr>
          <p:spPr>
            <a:xfrm>
              <a:off x="4897422" y="4857079"/>
              <a:ext cx="209926" cy="113492"/>
            </a:xfrm>
            <a:custGeom>
              <a:avLst/>
              <a:gdLst/>
              <a:ahLst/>
              <a:cxnLst/>
              <a:rect l="l" t="t" r="r" b="b"/>
              <a:pathLst>
                <a:path w="209926" h="113492">
                  <a:moveTo>
                    <a:pt x="209926" y="35504"/>
                  </a:moveTo>
                  <a:lnTo>
                    <a:pt x="144016" y="113492"/>
                  </a:lnTo>
                  <a:lnTo>
                    <a:pt x="0" y="7797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0" name="Polygon 1170"/>
            <p:cNvSpPr/>
            <p:nvPr/>
          </p:nvSpPr>
          <p:spPr>
            <a:xfrm>
              <a:off x="6811151" y="4852013"/>
              <a:ext cx="209926" cy="120199"/>
            </a:xfrm>
            <a:custGeom>
              <a:avLst/>
              <a:gdLst/>
              <a:ahLst/>
              <a:cxnLst/>
              <a:rect l="l" t="t" r="r" b="b"/>
              <a:pathLst>
                <a:path w="209926" h="120199">
                  <a:moveTo>
                    <a:pt x="209926" y="40153"/>
                  </a:moveTo>
                  <a:lnTo>
                    <a:pt x="144016" y="120199"/>
                  </a:lnTo>
                  <a:lnTo>
                    <a:pt x="0" y="823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1" name="Polygon 1171"/>
            <p:cNvSpPr/>
            <p:nvPr/>
          </p:nvSpPr>
          <p:spPr>
            <a:xfrm>
              <a:off x="4543479" y="4864397"/>
              <a:ext cx="209926" cy="113454"/>
            </a:xfrm>
            <a:custGeom>
              <a:avLst/>
              <a:gdLst/>
              <a:ahLst/>
              <a:cxnLst/>
              <a:rect l="l" t="t" r="r" b="b"/>
              <a:pathLst>
                <a:path w="209926" h="113454">
                  <a:moveTo>
                    <a:pt x="209926" y="35290"/>
                  </a:moveTo>
                  <a:lnTo>
                    <a:pt x="144016" y="113454"/>
                  </a:lnTo>
                  <a:lnTo>
                    <a:pt x="0" y="780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2" name="Polygon 1172"/>
            <p:cNvSpPr/>
            <p:nvPr/>
          </p:nvSpPr>
          <p:spPr>
            <a:xfrm>
              <a:off x="6457209" y="4856715"/>
              <a:ext cx="209926" cy="121252"/>
            </a:xfrm>
            <a:custGeom>
              <a:avLst/>
              <a:gdLst/>
              <a:ahLst/>
              <a:cxnLst/>
              <a:rect l="l" t="t" r="r" b="b"/>
              <a:pathLst>
                <a:path w="209926" h="121252">
                  <a:moveTo>
                    <a:pt x="209926" y="38921"/>
                  </a:moveTo>
                  <a:lnTo>
                    <a:pt x="144016" y="121252"/>
                  </a:lnTo>
                  <a:lnTo>
                    <a:pt x="0" y="843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3" name="Polygon 1173"/>
            <p:cNvSpPr/>
            <p:nvPr/>
          </p:nvSpPr>
          <p:spPr>
            <a:xfrm>
              <a:off x="4189536" y="4871496"/>
              <a:ext cx="209926" cy="113350"/>
            </a:xfrm>
            <a:custGeom>
              <a:avLst/>
              <a:gdLst/>
              <a:ahLst/>
              <a:cxnLst/>
              <a:rect l="l" t="t" r="r" b="b"/>
              <a:pathLst>
                <a:path w="209926" h="113350">
                  <a:moveTo>
                    <a:pt x="209926" y="35484"/>
                  </a:moveTo>
                  <a:lnTo>
                    <a:pt x="144016" y="113350"/>
                  </a:lnTo>
                  <a:lnTo>
                    <a:pt x="0" y="777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4" name="Polygon 1174"/>
            <p:cNvSpPr/>
            <p:nvPr/>
          </p:nvSpPr>
          <p:spPr>
            <a:xfrm>
              <a:off x="6103266" y="4869732"/>
              <a:ext cx="209926" cy="116383"/>
            </a:xfrm>
            <a:custGeom>
              <a:avLst/>
              <a:gdLst/>
              <a:ahLst/>
              <a:cxnLst/>
              <a:rect l="l" t="t" r="r" b="b"/>
              <a:pathLst>
                <a:path w="209926" h="116383">
                  <a:moveTo>
                    <a:pt x="209926" y="34922"/>
                  </a:moveTo>
                  <a:lnTo>
                    <a:pt x="144016" y="116383"/>
                  </a:lnTo>
                  <a:lnTo>
                    <a:pt x="0" y="809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5" name="Polygon 1175"/>
            <p:cNvSpPr/>
            <p:nvPr/>
          </p:nvSpPr>
          <p:spPr>
            <a:xfrm>
              <a:off x="8016995" y="4876906"/>
              <a:ext cx="209926" cy="113354"/>
            </a:xfrm>
            <a:custGeom>
              <a:avLst/>
              <a:gdLst/>
              <a:ahLst/>
              <a:cxnLst/>
              <a:rect l="l" t="t" r="r" b="b"/>
              <a:pathLst>
                <a:path w="209926" h="113354">
                  <a:moveTo>
                    <a:pt x="209926" y="35549"/>
                  </a:moveTo>
                  <a:lnTo>
                    <a:pt x="144016" y="113354"/>
                  </a:lnTo>
                  <a:lnTo>
                    <a:pt x="0" y="7779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6" name="Polygon 1176"/>
            <p:cNvSpPr/>
            <p:nvPr/>
          </p:nvSpPr>
          <p:spPr>
            <a:xfrm>
              <a:off x="5749323" y="4881944"/>
              <a:ext cx="209926" cy="112177"/>
            </a:xfrm>
            <a:custGeom>
              <a:avLst/>
              <a:gdLst/>
              <a:ahLst/>
              <a:cxnLst/>
              <a:rect l="l" t="t" r="r" b="b"/>
              <a:pathLst>
                <a:path w="209926" h="112177">
                  <a:moveTo>
                    <a:pt x="209926" y="33999"/>
                  </a:moveTo>
                  <a:lnTo>
                    <a:pt x="144016" y="112177"/>
                  </a:lnTo>
                  <a:lnTo>
                    <a:pt x="0" y="766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7" name="Polygon 1177"/>
            <p:cNvSpPr/>
            <p:nvPr/>
          </p:nvSpPr>
          <p:spPr>
            <a:xfrm>
              <a:off x="7663053" y="4883580"/>
              <a:ext cx="209926" cy="113346"/>
            </a:xfrm>
            <a:custGeom>
              <a:avLst/>
              <a:gdLst/>
              <a:ahLst/>
              <a:cxnLst/>
              <a:rect l="l" t="t" r="r" b="b"/>
              <a:pathLst>
                <a:path w="209926" h="113346">
                  <a:moveTo>
                    <a:pt x="209926" y="35585"/>
                  </a:moveTo>
                  <a:lnTo>
                    <a:pt x="144016" y="113346"/>
                  </a:lnTo>
                  <a:lnTo>
                    <a:pt x="0" y="7775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8" name="Polygon 1178"/>
            <p:cNvSpPr/>
            <p:nvPr/>
          </p:nvSpPr>
          <p:spPr>
            <a:xfrm>
              <a:off x="5395381" y="4887641"/>
              <a:ext cx="209926" cy="112538"/>
            </a:xfrm>
            <a:custGeom>
              <a:avLst/>
              <a:gdLst/>
              <a:ahLst/>
              <a:cxnLst/>
              <a:rect l="l" t="t" r="r" b="b"/>
              <a:pathLst>
                <a:path w="209926" h="112538">
                  <a:moveTo>
                    <a:pt x="209926" y="35478"/>
                  </a:moveTo>
                  <a:lnTo>
                    <a:pt x="144016" y="112538"/>
                  </a:lnTo>
                  <a:lnTo>
                    <a:pt x="0" y="765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79" name="Polygon 1179"/>
            <p:cNvSpPr/>
            <p:nvPr/>
          </p:nvSpPr>
          <p:spPr>
            <a:xfrm>
              <a:off x="7309110" y="4889125"/>
              <a:ext cx="209927" cy="114242"/>
            </a:xfrm>
            <a:custGeom>
              <a:avLst/>
              <a:gdLst/>
              <a:ahLst/>
              <a:cxnLst/>
              <a:rect l="l" t="t" r="r" b="b"/>
              <a:pathLst>
                <a:path w="209927" h="114242">
                  <a:moveTo>
                    <a:pt x="209927" y="36408"/>
                  </a:moveTo>
                  <a:lnTo>
                    <a:pt x="144017" y="114242"/>
                  </a:lnTo>
                  <a:lnTo>
                    <a:pt x="0" y="781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0" name="Polygon 1180"/>
            <p:cNvSpPr/>
            <p:nvPr/>
          </p:nvSpPr>
          <p:spPr>
            <a:xfrm>
              <a:off x="5041438" y="4892584"/>
              <a:ext cx="209926" cy="113691"/>
            </a:xfrm>
            <a:custGeom>
              <a:avLst/>
              <a:gdLst/>
              <a:ahLst/>
              <a:cxnLst/>
              <a:rect l="l" t="t" r="r" b="b"/>
              <a:pathLst>
                <a:path w="209926" h="113691">
                  <a:moveTo>
                    <a:pt x="209926" y="35718"/>
                  </a:moveTo>
                  <a:lnTo>
                    <a:pt x="144016" y="113691"/>
                  </a:lnTo>
                  <a:lnTo>
                    <a:pt x="0" y="779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1" name="Polygon 1181"/>
            <p:cNvSpPr/>
            <p:nvPr/>
          </p:nvSpPr>
          <p:spPr>
            <a:xfrm>
              <a:off x="6955167" y="4892166"/>
              <a:ext cx="209926" cy="116957"/>
            </a:xfrm>
            <a:custGeom>
              <a:avLst/>
              <a:gdLst/>
              <a:ahLst/>
              <a:cxnLst/>
              <a:rect l="l" t="t" r="r" b="b"/>
              <a:pathLst>
                <a:path w="209926" h="116957">
                  <a:moveTo>
                    <a:pt x="209926" y="38254"/>
                  </a:moveTo>
                  <a:lnTo>
                    <a:pt x="144016" y="116957"/>
                  </a:lnTo>
                  <a:lnTo>
                    <a:pt x="0" y="8004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2" name="Polygon 1182"/>
            <p:cNvSpPr/>
            <p:nvPr/>
          </p:nvSpPr>
          <p:spPr>
            <a:xfrm>
              <a:off x="4687495" y="4899687"/>
              <a:ext cx="209926" cy="113638"/>
            </a:xfrm>
            <a:custGeom>
              <a:avLst/>
              <a:gdLst/>
              <a:ahLst/>
              <a:cxnLst/>
              <a:rect l="l" t="t" r="r" b="b"/>
              <a:pathLst>
                <a:path w="209926" h="113638">
                  <a:moveTo>
                    <a:pt x="209926" y="35365"/>
                  </a:moveTo>
                  <a:lnTo>
                    <a:pt x="144016" y="113638"/>
                  </a:lnTo>
                  <a:lnTo>
                    <a:pt x="0" y="781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3" name="Polygon 1183"/>
            <p:cNvSpPr/>
            <p:nvPr/>
          </p:nvSpPr>
          <p:spPr>
            <a:xfrm>
              <a:off x="6601225" y="4895636"/>
              <a:ext cx="209926" cy="119186"/>
            </a:xfrm>
            <a:custGeom>
              <a:avLst/>
              <a:gdLst/>
              <a:ahLst/>
              <a:cxnLst/>
              <a:rect l="l" t="t" r="r" b="b"/>
              <a:pathLst>
                <a:path w="209926" h="119186">
                  <a:moveTo>
                    <a:pt x="209926" y="38731"/>
                  </a:moveTo>
                  <a:lnTo>
                    <a:pt x="144016" y="119186"/>
                  </a:lnTo>
                  <a:lnTo>
                    <a:pt x="0" y="823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2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4" name="Polygon 1184"/>
            <p:cNvSpPr/>
            <p:nvPr/>
          </p:nvSpPr>
          <p:spPr>
            <a:xfrm>
              <a:off x="4333552" y="4906981"/>
              <a:ext cx="209927" cy="113400"/>
            </a:xfrm>
            <a:custGeom>
              <a:avLst/>
              <a:gdLst/>
              <a:ahLst/>
              <a:cxnLst/>
              <a:rect l="l" t="t" r="r" b="b"/>
              <a:pathLst>
                <a:path w="209927" h="113400">
                  <a:moveTo>
                    <a:pt x="209927" y="35439"/>
                  </a:moveTo>
                  <a:lnTo>
                    <a:pt x="144017" y="113400"/>
                  </a:lnTo>
                  <a:lnTo>
                    <a:pt x="0" y="778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5" name="Polygon 1185"/>
            <p:cNvSpPr/>
            <p:nvPr/>
          </p:nvSpPr>
          <p:spPr>
            <a:xfrm>
              <a:off x="6247282" y="4904655"/>
              <a:ext cx="209927" cy="117289"/>
            </a:xfrm>
            <a:custGeom>
              <a:avLst/>
              <a:gdLst/>
              <a:ahLst/>
              <a:cxnLst/>
              <a:rect l="l" t="t" r="r" b="b"/>
              <a:pathLst>
                <a:path w="209927" h="117289">
                  <a:moveTo>
                    <a:pt x="209927" y="36381"/>
                  </a:moveTo>
                  <a:lnTo>
                    <a:pt x="144017" y="117289"/>
                  </a:lnTo>
                  <a:lnTo>
                    <a:pt x="0" y="814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6" name="Polygon 1186"/>
            <p:cNvSpPr/>
            <p:nvPr/>
          </p:nvSpPr>
          <p:spPr>
            <a:xfrm>
              <a:off x="5893339" y="4915942"/>
              <a:ext cx="209926" cy="113739"/>
            </a:xfrm>
            <a:custGeom>
              <a:avLst/>
              <a:gdLst/>
              <a:ahLst/>
              <a:cxnLst/>
              <a:rect l="l" t="t" r="r" b="b"/>
              <a:pathLst>
                <a:path w="209926" h="113739">
                  <a:moveTo>
                    <a:pt x="209926" y="34757"/>
                  </a:moveTo>
                  <a:lnTo>
                    <a:pt x="144016" y="113739"/>
                  </a:lnTo>
                  <a:lnTo>
                    <a:pt x="0" y="781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7" name="Polygon 1187"/>
            <p:cNvSpPr/>
            <p:nvPr/>
          </p:nvSpPr>
          <p:spPr>
            <a:xfrm>
              <a:off x="7807069" y="4919165"/>
              <a:ext cx="209926" cy="113319"/>
            </a:xfrm>
            <a:custGeom>
              <a:avLst/>
              <a:gdLst/>
              <a:ahLst/>
              <a:cxnLst/>
              <a:rect l="l" t="t" r="r" b="b"/>
              <a:pathLst>
                <a:path w="209926" h="113319">
                  <a:moveTo>
                    <a:pt x="209926" y="35536"/>
                  </a:moveTo>
                  <a:lnTo>
                    <a:pt x="144016" y="113319"/>
                  </a:lnTo>
                  <a:lnTo>
                    <a:pt x="0" y="777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8" name="Polygon 1188"/>
            <p:cNvSpPr/>
            <p:nvPr/>
          </p:nvSpPr>
          <p:spPr>
            <a:xfrm>
              <a:off x="5539397" y="4923119"/>
              <a:ext cx="209926" cy="113027"/>
            </a:xfrm>
            <a:custGeom>
              <a:avLst/>
              <a:gdLst/>
              <a:ahLst/>
              <a:cxnLst/>
              <a:rect l="l" t="t" r="r" b="b"/>
              <a:pathLst>
                <a:path w="209926" h="113027">
                  <a:moveTo>
                    <a:pt x="209926" y="35483"/>
                  </a:moveTo>
                  <a:lnTo>
                    <a:pt x="144016" y="113027"/>
                  </a:lnTo>
                  <a:lnTo>
                    <a:pt x="0" y="770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89" name="Polygon 1189"/>
            <p:cNvSpPr/>
            <p:nvPr/>
          </p:nvSpPr>
          <p:spPr>
            <a:xfrm>
              <a:off x="7453127" y="4925534"/>
              <a:ext cx="209926" cy="113554"/>
            </a:xfrm>
            <a:custGeom>
              <a:avLst/>
              <a:gdLst/>
              <a:ahLst/>
              <a:cxnLst/>
              <a:rect l="l" t="t" r="r" b="b"/>
              <a:pathLst>
                <a:path w="209926" h="113554">
                  <a:moveTo>
                    <a:pt x="209926" y="35799"/>
                  </a:moveTo>
                  <a:lnTo>
                    <a:pt x="144016" y="113554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0" name="Polygon 1190"/>
            <p:cNvSpPr/>
            <p:nvPr/>
          </p:nvSpPr>
          <p:spPr>
            <a:xfrm>
              <a:off x="5185454" y="4928302"/>
              <a:ext cx="209927" cy="113830"/>
            </a:xfrm>
            <a:custGeom>
              <a:avLst/>
              <a:gdLst/>
              <a:ahLst/>
              <a:cxnLst/>
              <a:rect l="l" t="t" r="r" b="b"/>
              <a:pathLst>
                <a:path w="209927" h="113830">
                  <a:moveTo>
                    <a:pt x="209927" y="35895"/>
                  </a:moveTo>
                  <a:lnTo>
                    <a:pt x="144017" y="113830"/>
                  </a:lnTo>
                  <a:lnTo>
                    <a:pt x="0" y="7797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1" name="Polygon 1191"/>
            <p:cNvSpPr/>
            <p:nvPr/>
          </p:nvSpPr>
          <p:spPr>
            <a:xfrm>
              <a:off x="7099183" y="4930420"/>
              <a:ext cx="209926" cy="114933"/>
            </a:xfrm>
            <a:custGeom>
              <a:avLst/>
              <a:gdLst/>
              <a:ahLst/>
              <a:cxnLst/>
              <a:rect l="l" t="t" r="r" b="b"/>
              <a:pathLst>
                <a:path w="209926" h="114933">
                  <a:moveTo>
                    <a:pt x="209926" y="36869"/>
                  </a:moveTo>
                  <a:lnTo>
                    <a:pt x="144016" y="114933"/>
                  </a:lnTo>
                  <a:lnTo>
                    <a:pt x="0" y="787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2" name="Polygon 1192"/>
            <p:cNvSpPr/>
            <p:nvPr/>
          </p:nvSpPr>
          <p:spPr>
            <a:xfrm>
              <a:off x="4831511" y="4935052"/>
              <a:ext cx="209926" cy="113832"/>
            </a:xfrm>
            <a:custGeom>
              <a:avLst/>
              <a:gdLst/>
              <a:ahLst/>
              <a:cxnLst/>
              <a:rect l="l" t="t" r="r" b="b"/>
              <a:pathLst>
                <a:path w="209926" h="113832">
                  <a:moveTo>
                    <a:pt x="209926" y="35520"/>
                  </a:moveTo>
                  <a:lnTo>
                    <a:pt x="144016" y="113832"/>
                  </a:lnTo>
                  <a:lnTo>
                    <a:pt x="0" y="7827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3" name="Polygon 1193"/>
            <p:cNvSpPr/>
            <p:nvPr/>
          </p:nvSpPr>
          <p:spPr>
            <a:xfrm>
              <a:off x="6745241" y="4934366"/>
              <a:ext cx="209926" cy="116957"/>
            </a:xfrm>
            <a:custGeom>
              <a:avLst/>
              <a:gdLst/>
              <a:ahLst/>
              <a:cxnLst/>
              <a:rect l="l" t="t" r="r" b="b"/>
              <a:pathLst>
                <a:path w="209926" h="116957">
                  <a:moveTo>
                    <a:pt x="209926" y="37846"/>
                  </a:moveTo>
                  <a:lnTo>
                    <a:pt x="144016" y="116957"/>
                  </a:lnTo>
                  <a:lnTo>
                    <a:pt x="0" y="8045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4" name="Polygon 1194"/>
            <p:cNvSpPr/>
            <p:nvPr/>
          </p:nvSpPr>
          <p:spPr>
            <a:xfrm>
              <a:off x="4477569" y="4942420"/>
              <a:ext cx="209926" cy="113492"/>
            </a:xfrm>
            <a:custGeom>
              <a:avLst/>
              <a:gdLst/>
              <a:ahLst/>
              <a:cxnLst/>
              <a:rect l="l" t="t" r="r" b="b"/>
              <a:pathLst>
                <a:path w="209926" h="113492">
                  <a:moveTo>
                    <a:pt x="209926" y="35431"/>
                  </a:moveTo>
                  <a:lnTo>
                    <a:pt x="144016" y="113492"/>
                  </a:lnTo>
                  <a:lnTo>
                    <a:pt x="0" y="779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5" name="Polygon 1195"/>
            <p:cNvSpPr/>
            <p:nvPr/>
          </p:nvSpPr>
          <p:spPr>
            <a:xfrm>
              <a:off x="6391299" y="4941036"/>
              <a:ext cx="209926" cy="116893"/>
            </a:xfrm>
            <a:custGeom>
              <a:avLst/>
              <a:gdLst/>
              <a:ahLst/>
              <a:cxnLst/>
              <a:rect l="l" t="t" r="r" b="b"/>
              <a:pathLst>
                <a:path w="209926" h="116893">
                  <a:moveTo>
                    <a:pt x="209926" y="36931"/>
                  </a:moveTo>
                  <a:lnTo>
                    <a:pt x="144016" y="116893"/>
                  </a:lnTo>
                  <a:lnTo>
                    <a:pt x="0" y="809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6" name="Polygon 1196"/>
            <p:cNvSpPr/>
            <p:nvPr/>
          </p:nvSpPr>
          <p:spPr>
            <a:xfrm>
              <a:off x="6037356" y="4950699"/>
              <a:ext cx="209926" cy="114583"/>
            </a:xfrm>
            <a:custGeom>
              <a:avLst/>
              <a:gdLst/>
              <a:ahLst/>
              <a:cxnLst/>
              <a:rect l="l" t="t" r="r" b="b"/>
              <a:pathLst>
                <a:path w="209926" h="114583">
                  <a:moveTo>
                    <a:pt x="209926" y="35417"/>
                  </a:moveTo>
                  <a:lnTo>
                    <a:pt x="144016" y="114583"/>
                  </a:lnTo>
                  <a:lnTo>
                    <a:pt x="0" y="789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7" name="Polygon 1197"/>
            <p:cNvSpPr/>
            <p:nvPr/>
          </p:nvSpPr>
          <p:spPr>
            <a:xfrm>
              <a:off x="7951085" y="4954701"/>
              <a:ext cx="209926" cy="113358"/>
            </a:xfrm>
            <a:custGeom>
              <a:avLst/>
              <a:gdLst/>
              <a:ahLst/>
              <a:cxnLst/>
              <a:rect l="l" t="t" r="r" b="b"/>
              <a:pathLst>
                <a:path w="209926" h="113358">
                  <a:moveTo>
                    <a:pt x="209926" y="35559"/>
                  </a:moveTo>
                  <a:lnTo>
                    <a:pt x="144016" y="113358"/>
                  </a:lnTo>
                  <a:lnTo>
                    <a:pt x="0" y="7778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8" name="Polygon 1198"/>
            <p:cNvSpPr/>
            <p:nvPr/>
          </p:nvSpPr>
          <p:spPr>
            <a:xfrm>
              <a:off x="5683413" y="4958603"/>
              <a:ext cx="209926" cy="113415"/>
            </a:xfrm>
            <a:custGeom>
              <a:avLst/>
              <a:gdLst/>
              <a:ahLst/>
              <a:cxnLst/>
              <a:rect l="l" t="t" r="r" b="b"/>
              <a:pathLst>
                <a:path w="209926" h="113415">
                  <a:moveTo>
                    <a:pt x="209926" y="35518"/>
                  </a:moveTo>
                  <a:lnTo>
                    <a:pt x="144016" y="113415"/>
                  </a:lnTo>
                  <a:lnTo>
                    <a:pt x="0" y="7754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199" name="Polygon 1199"/>
            <p:cNvSpPr/>
            <p:nvPr/>
          </p:nvSpPr>
          <p:spPr>
            <a:xfrm>
              <a:off x="7597143" y="4961332"/>
              <a:ext cx="209926" cy="113356"/>
            </a:xfrm>
            <a:custGeom>
              <a:avLst/>
              <a:gdLst/>
              <a:ahLst/>
              <a:cxnLst/>
              <a:rect l="l" t="t" r="r" b="b"/>
              <a:pathLst>
                <a:path w="209926" h="113356">
                  <a:moveTo>
                    <a:pt x="209926" y="35593"/>
                  </a:moveTo>
                  <a:lnTo>
                    <a:pt x="144016" y="113356"/>
                  </a:lnTo>
                  <a:lnTo>
                    <a:pt x="0" y="7775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0" name="Polygon 1200"/>
            <p:cNvSpPr/>
            <p:nvPr/>
          </p:nvSpPr>
          <p:spPr>
            <a:xfrm>
              <a:off x="5329471" y="4964197"/>
              <a:ext cx="209926" cy="113869"/>
            </a:xfrm>
            <a:custGeom>
              <a:avLst/>
              <a:gdLst/>
              <a:ahLst/>
              <a:cxnLst/>
              <a:rect l="l" t="t" r="r" b="b"/>
              <a:pathLst>
                <a:path w="209926" h="113869">
                  <a:moveTo>
                    <a:pt x="209926" y="35983"/>
                  </a:moveTo>
                  <a:lnTo>
                    <a:pt x="144016" y="113869"/>
                  </a:lnTo>
                  <a:lnTo>
                    <a:pt x="0" y="779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1" name="Polygon 1201"/>
            <p:cNvSpPr/>
            <p:nvPr/>
          </p:nvSpPr>
          <p:spPr>
            <a:xfrm>
              <a:off x="7243200" y="4967289"/>
              <a:ext cx="209927" cy="113905"/>
            </a:xfrm>
            <a:custGeom>
              <a:avLst/>
              <a:gdLst/>
              <a:ahLst/>
              <a:cxnLst/>
              <a:rect l="l" t="t" r="r" b="b"/>
              <a:pathLst>
                <a:path w="209927" h="113905">
                  <a:moveTo>
                    <a:pt x="209927" y="36078"/>
                  </a:moveTo>
                  <a:lnTo>
                    <a:pt x="144017" y="113905"/>
                  </a:lnTo>
                  <a:lnTo>
                    <a:pt x="0" y="780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2" name="Polygon 1202"/>
            <p:cNvSpPr/>
            <p:nvPr/>
          </p:nvSpPr>
          <p:spPr>
            <a:xfrm>
              <a:off x="4975528" y="4970572"/>
              <a:ext cx="209926" cy="113975"/>
            </a:xfrm>
            <a:custGeom>
              <a:avLst/>
              <a:gdLst/>
              <a:ahLst/>
              <a:cxnLst/>
              <a:rect l="l" t="t" r="r" b="b"/>
              <a:pathLst>
                <a:path w="209926" h="113975">
                  <a:moveTo>
                    <a:pt x="209926" y="35704"/>
                  </a:moveTo>
                  <a:lnTo>
                    <a:pt x="144016" y="113975"/>
                  </a:lnTo>
                  <a:lnTo>
                    <a:pt x="0" y="783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3" name="Polygon 1203"/>
            <p:cNvSpPr/>
            <p:nvPr/>
          </p:nvSpPr>
          <p:spPr>
            <a:xfrm>
              <a:off x="6889257" y="4972212"/>
              <a:ext cx="209926" cy="115242"/>
            </a:xfrm>
            <a:custGeom>
              <a:avLst/>
              <a:gdLst/>
              <a:ahLst/>
              <a:cxnLst/>
              <a:rect l="l" t="t" r="r" b="b"/>
              <a:pathLst>
                <a:path w="209926" h="115242">
                  <a:moveTo>
                    <a:pt x="209926" y="36911"/>
                  </a:moveTo>
                  <a:lnTo>
                    <a:pt x="144016" y="115242"/>
                  </a:lnTo>
                  <a:lnTo>
                    <a:pt x="0" y="791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4" name="Polygon 1204"/>
            <p:cNvSpPr/>
            <p:nvPr/>
          </p:nvSpPr>
          <p:spPr>
            <a:xfrm>
              <a:off x="4621585" y="4977851"/>
              <a:ext cx="209926" cy="113611"/>
            </a:xfrm>
            <a:custGeom>
              <a:avLst/>
              <a:gdLst/>
              <a:ahLst/>
              <a:cxnLst/>
              <a:rect l="l" t="t" r="r" b="b"/>
              <a:pathLst>
                <a:path w="209926" h="113611">
                  <a:moveTo>
                    <a:pt x="209926" y="35474"/>
                  </a:moveTo>
                  <a:lnTo>
                    <a:pt x="144016" y="113611"/>
                  </a:lnTo>
                  <a:lnTo>
                    <a:pt x="0" y="780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5" name="Polygon 1205"/>
            <p:cNvSpPr/>
            <p:nvPr/>
          </p:nvSpPr>
          <p:spPr>
            <a:xfrm>
              <a:off x="6535315" y="4977967"/>
              <a:ext cx="209926" cy="115925"/>
            </a:xfrm>
            <a:custGeom>
              <a:avLst/>
              <a:gdLst/>
              <a:ahLst/>
              <a:cxnLst/>
              <a:rect l="l" t="t" r="r" b="b"/>
              <a:pathLst>
                <a:path w="209926" h="115925">
                  <a:moveTo>
                    <a:pt x="209926" y="36855"/>
                  </a:moveTo>
                  <a:lnTo>
                    <a:pt x="144016" y="115925"/>
                  </a:lnTo>
                  <a:lnTo>
                    <a:pt x="0" y="799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6" name="Polygon 1206"/>
            <p:cNvSpPr/>
            <p:nvPr/>
          </p:nvSpPr>
          <p:spPr>
            <a:xfrm>
              <a:off x="6181372" y="4986116"/>
              <a:ext cx="209927" cy="114790"/>
            </a:xfrm>
            <a:custGeom>
              <a:avLst/>
              <a:gdLst/>
              <a:ahLst/>
              <a:cxnLst/>
              <a:rect l="l" t="t" r="r" b="b"/>
              <a:pathLst>
                <a:path w="209927" h="114790">
                  <a:moveTo>
                    <a:pt x="209927" y="35828"/>
                  </a:moveTo>
                  <a:lnTo>
                    <a:pt x="144017" y="114790"/>
                  </a:lnTo>
                  <a:lnTo>
                    <a:pt x="0" y="791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7" name="Polygon 1207"/>
            <p:cNvSpPr/>
            <p:nvPr/>
          </p:nvSpPr>
          <p:spPr>
            <a:xfrm>
              <a:off x="5827429" y="4994120"/>
              <a:ext cx="209926" cy="113647"/>
            </a:xfrm>
            <a:custGeom>
              <a:avLst/>
              <a:gdLst/>
              <a:ahLst/>
              <a:cxnLst/>
              <a:rect l="l" t="t" r="r" b="b"/>
              <a:pathLst>
                <a:path w="209926" h="113647">
                  <a:moveTo>
                    <a:pt x="209926" y="35561"/>
                  </a:moveTo>
                  <a:lnTo>
                    <a:pt x="144016" y="113647"/>
                  </a:lnTo>
                  <a:lnTo>
                    <a:pt x="0" y="778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8" name="Polygon 1208"/>
            <p:cNvSpPr/>
            <p:nvPr/>
          </p:nvSpPr>
          <p:spPr>
            <a:xfrm>
              <a:off x="7741159" y="4996925"/>
              <a:ext cx="209926" cy="113344"/>
            </a:xfrm>
            <a:custGeom>
              <a:avLst/>
              <a:gdLst/>
              <a:ahLst/>
              <a:cxnLst/>
              <a:rect l="l" t="t" r="r" b="b"/>
              <a:pathLst>
                <a:path w="209926" h="113344">
                  <a:moveTo>
                    <a:pt x="209926" y="35559"/>
                  </a:moveTo>
                  <a:lnTo>
                    <a:pt x="144016" y="113344"/>
                  </a:lnTo>
                  <a:lnTo>
                    <a:pt x="0" y="7776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09" name="Polygon 1209"/>
            <p:cNvSpPr/>
            <p:nvPr/>
          </p:nvSpPr>
          <p:spPr>
            <a:xfrm>
              <a:off x="5473487" y="5000179"/>
              <a:ext cx="209926" cy="113805"/>
            </a:xfrm>
            <a:custGeom>
              <a:avLst/>
              <a:gdLst/>
              <a:ahLst/>
              <a:cxnLst/>
              <a:rect l="l" t="t" r="r" b="b"/>
              <a:pathLst>
                <a:path w="209926" h="113805">
                  <a:moveTo>
                    <a:pt x="209926" y="35966"/>
                  </a:moveTo>
                  <a:lnTo>
                    <a:pt x="144016" y="113805"/>
                  </a:lnTo>
                  <a:lnTo>
                    <a:pt x="0" y="778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0" name="Polygon 1210"/>
            <p:cNvSpPr/>
            <p:nvPr/>
          </p:nvSpPr>
          <p:spPr>
            <a:xfrm>
              <a:off x="7387217" y="5003367"/>
              <a:ext cx="209926" cy="113491"/>
            </a:xfrm>
            <a:custGeom>
              <a:avLst/>
              <a:gdLst/>
              <a:ahLst/>
              <a:cxnLst/>
              <a:rect l="l" t="t" r="r" b="b"/>
              <a:pathLst>
                <a:path w="209926" h="113491">
                  <a:moveTo>
                    <a:pt x="209926" y="35721"/>
                  </a:moveTo>
                  <a:lnTo>
                    <a:pt x="144016" y="113491"/>
                  </a:lnTo>
                  <a:lnTo>
                    <a:pt x="0" y="7782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1" name="Polygon 1211"/>
            <p:cNvSpPr/>
            <p:nvPr/>
          </p:nvSpPr>
          <p:spPr>
            <a:xfrm>
              <a:off x="5119544" y="5006275"/>
              <a:ext cx="209927" cy="114021"/>
            </a:xfrm>
            <a:custGeom>
              <a:avLst/>
              <a:gdLst/>
              <a:ahLst/>
              <a:cxnLst/>
              <a:rect l="l" t="t" r="r" b="b"/>
              <a:pathLst>
                <a:path w="209927" h="114021">
                  <a:moveTo>
                    <a:pt x="209927" y="35857"/>
                  </a:moveTo>
                  <a:lnTo>
                    <a:pt x="144017" y="114021"/>
                  </a:lnTo>
                  <a:lnTo>
                    <a:pt x="0" y="7827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2" name="Polygon 1212"/>
            <p:cNvSpPr/>
            <p:nvPr/>
          </p:nvSpPr>
          <p:spPr>
            <a:xfrm>
              <a:off x="7033273" y="5009123"/>
              <a:ext cx="209926" cy="114189"/>
            </a:xfrm>
            <a:custGeom>
              <a:avLst/>
              <a:gdLst/>
              <a:ahLst/>
              <a:cxnLst/>
              <a:rect l="l" t="t" r="r" b="b"/>
              <a:pathLst>
                <a:path w="209926" h="114189">
                  <a:moveTo>
                    <a:pt x="209926" y="36230"/>
                  </a:moveTo>
                  <a:lnTo>
                    <a:pt x="144016" y="114189"/>
                  </a:lnTo>
                  <a:lnTo>
                    <a:pt x="0" y="783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3" name="Polygon 1213"/>
            <p:cNvSpPr/>
            <p:nvPr/>
          </p:nvSpPr>
          <p:spPr>
            <a:xfrm>
              <a:off x="4765601" y="5013325"/>
              <a:ext cx="209926" cy="113726"/>
            </a:xfrm>
            <a:custGeom>
              <a:avLst/>
              <a:gdLst/>
              <a:ahLst/>
              <a:cxnLst/>
              <a:rect l="l" t="t" r="r" b="b"/>
              <a:pathLst>
                <a:path w="209926" h="113726">
                  <a:moveTo>
                    <a:pt x="209926" y="35560"/>
                  </a:moveTo>
                  <a:lnTo>
                    <a:pt x="144016" y="113726"/>
                  </a:lnTo>
                  <a:lnTo>
                    <a:pt x="0" y="781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4" name="Polygon 1214"/>
            <p:cNvSpPr/>
            <p:nvPr/>
          </p:nvSpPr>
          <p:spPr>
            <a:xfrm>
              <a:off x="6679331" y="5014822"/>
              <a:ext cx="209926" cy="114932"/>
            </a:xfrm>
            <a:custGeom>
              <a:avLst/>
              <a:gdLst/>
              <a:ahLst/>
              <a:cxnLst/>
              <a:rect l="l" t="t" r="r" b="b"/>
              <a:pathLst>
                <a:path w="209926" h="114932">
                  <a:moveTo>
                    <a:pt x="209926" y="36502"/>
                  </a:moveTo>
                  <a:lnTo>
                    <a:pt x="144016" y="114932"/>
                  </a:lnTo>
                  <a:lnTo>
                    <a:pt x="0" y="7907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5" name="Polygon 1215"/>
            <p:cNvSpPr/>
            <p:nvPr/>
          </p:nvSpPr>
          <p:spPr>
            <a:xfrm>
              <a:off x="6325389" y="5021944"/>
              <a:ext cx="209926" cy="114595"/>
            </a:xfrm>
            <a:custGeom>
              <a:avLst/>
              <a:gdLst/>
              <a:ahLst/>
              <a:cxnLst/>
              <a:rect l="l" t="t" r="r" b="b"/>
              <a:pathLst>
                <a:path w="209926" h="114595">
                  <a:moveTo>
                    <a:pt x="209926" y="35984"/>
                  </a:moveTo>
                  <a:lnTo>
                    <a:pt x="144016" y="114595"/>
                  </a:lnTo>
                  <a:lnTo>
                    <a:pt x="0" y="789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6" name="Polygon 1216"/>
            <p:cNvSpPr/>
            <p:nvPr/>
          </p:nvSpPr>
          <p:spPr>
            <a:xfrm>
              <a:off x="5971445" y="5029681"/>
              <a:ext cx="209926" cy="113729"/>
            </a:xfrm>
            <a:custGeom>
              <a:avLst/>
              <a:gdLst/>
              <a:ahLst/>
              <a:cxnLst/>
              <a:rect l="l" t="t" r="r" b="b"/>
              <a:pathLst>
                <a:path w="209926" h="113729">
                  <a:moveTo>
                    <a:pt x="209926" y="35601"/>
                  </a:moveTo>
                  <a:lnTo>
                    <a:pt x="144016" y="113729"/>
                  </a:lnTo>
                  <a:lnTo>
                    <a:pt x="0" y="780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7" name="Polygon 1217"/>
            <p:cNvSpPr/>
            <p:nvPr/>
          </p:nvSpPr>
          <p:spPr>
            <a:xfrm>
              <a:off x="7885175" y="5032484"/>
              <a:ext cx="209926" cy="113374"/>
            </a:xfrm>
            <a:custGeom>
              <a:avLst/>
              <a:gdLst/>
              <a:ahLst/>
              <a:cxnLst/>
              <a:rect l="l" t="t" r="r" b="b"/>
              <a:pathLst>
                <a:path w="209926" h="113374">
                  <a:moveTo>
                    <a:pt x="209926" y="35575"/>
                  </a:moveTo>
                  <a:lnTo>
                    <a:pt x="144016" y="113374"/>
                  </a:lnTo>
                  <a:lnTo>
                    <a:pt x="0" y="7778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8" name="Polygon 1218"/>
            <p:cNvSpPr/>
            <p:nvPr/>
          </p:nvSpPr>
          <p:spPr>
            <a:xfrm>
              <a:off x="5617503" y="5036146"/>
              <a:ext cx="209926" cy="113676"/>
            </a:xfrm>
            <a:custGeom>
              <a:avLst/>
              <a:gdLst/>
              <a:ahLst/>
              <a:cxnLst/>
              <a:rect l="l" t="t" r="r" b="b"/>
              <a:pathLst>
                <a:path w="209926" h="113676">
                  <a:moveTo>
                    <a:pt x="209926" y="35872"/>
                  </a:moveTo>
                  <a:lnTo>
                    <a:pt x="144016" y="113676"/>
                  </a:lnTo>
                  <a:lnTo>
                    <a:pt x="0" y="778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19" name="Polygon 1219"/>
            <p:cNvSpPr/>
            <p:nvPr/>
          </p:nvSpPr>
          <p:spPr>
            <a:xfrm>
              <a:off x="7531233" y="5039088"/>
              <a:ext cx="209926" cy="113377"/>
            </a:xfrm>
            <a:custGeom>
              <a:avLst/>
              <a:gdLst/>
              <a:ahLst/>
              <a:cxnLst/>
              <a:rect l="l" t="t" r="r" b="b"/>
              <a:pathLst>
                <a:path w="209926" h="113377">
                  <a:moveTo>
                    <a:pt x="209926" y="35601"/>
                  </a:moveTo>
                  <a:lnTo>
                    <a:pt x="144016" y="113377"/>
                  </a:lnTo>
                  <a:lnTo>
                    <a:pt x="0" y="7777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0" name="Polygon 1220"/>
            <p:cNvSpPr/>
            <p:nvPr/>
          </p:nvSpPr>
          <p:spPr>
            <a:xfrm>
              <a:off x="5263561" y="5042132"/>
              <a:ext cx="209926" cy="113956"/>
            </a:xfrm>
            <a:custGeom>
              <a:avLst/>
              <a:gdLst/>
              <a:ahLst/>
              <a:cxnLst/>
              <a:rect l="l" t="t" r="r" b="b"/>
              <a:pathLst>
                <a:path w="209926" h="113956">
                  <a:moveTo>
                    <a:pt x="209926" y="35933"/>
                  </a:moveTo>
                  <a:lnTo>
                    <a:pt x="144016" y="113956"/>
                  </a:lnTo>
                  <a:lnTo>
                    <a:pt x="0" y="7816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1" name="Polygon 1221"/>
            <p:cNvSpPr/>
            <p:nvPr/>
          </p:nvSpPr>
          <p:spPr>
            <a:xfrm>
              <a:off x="7177289" y="5045353"/>
              <a:ext cx="209927" cy="113662"/>
            </a:xfrm>
            <a:custGeom>
              <a:avLst/>
              <a:gdLst/>
              <a:ahLst/>
              <a:cxnLst/>
              <a:rect l="l" t="t" r="r" b="b"/>
              <a:pathLst>
                <a:path w="209927" h="113662">
                  <a:moveTo>
                    <a:pt x="209927" y="35841"/>
                  </a:moveTo>
                  <a:lnTo>
                    <a:pt x="144017" y="113662"/>
                  </a:lnTo>
                  <a:lnTo>
                    <a:pt x="0" y="779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2" name="Polygon 1222"/>
            <p:cNvSpPr/>
            <p:nvPr/>
          </p:nvSpPr>
          <p:spPr>
            <a:xfrm>
              <a:off x="4909617" y="5048884"/>
              <a:ext cx="209926" cy="113801"/>
            </a:xfrm>
            <a:custGeom>
              <a:avLst/>
              <a:gdLst/>
              <a:ahLst/>
              <a:cxnLst/>
              <a:rect l="l" t="t" r="r" b="b"/>
              <a:pathLst>
                <a:path w="209926" h="113801">
                  <a:moveTo>
                    <a:pt x="209926" y="35663"/>
                  </a:moveTo>
                  <a:lnTo>
                    <a:pt x="144016" y="113801"/>
                  </a:lnTo>
                  <a:lnTo>
                    <a:pt x="0" y="781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3" name="Polygon 1223"/>
            <p:cNvSpPr/>
            <p:nvPr/>
          </p:nvSpPr>
          <p:spPr>
            <a:xfrm>
              <a:off x="6823347" y="5051324"/>
              <a:ext cx="209926" cy="114190"/>
            </a:xfrm>
            <a:custGeom>
              <a:avLst/>
              <a:gdLst/>
              <a:ahLst/>
              <a:cxnLst/>
              <a:rect l="l" t="t" r="r" b="b"/>
              <a:pathLst>
                <a:path w="209926" h="114190">
                  <a:moveTo>
                    <a:pt x="209926" y="36130"/>
                  </a:moveTo>
                  <a:lnTo>
                    <a:pt x="144016" y="114190"/>
                  </a:lnTo>
                  <a:lnTo>
                    <a:pt x="0" y="7843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4" name="Polygon 1224"/>
            <p:cNvSpPr/>
            <p:nvPr/>
          </p:nvSpPr>
          <p:spPr>
            <a:xfrm>
              <a:off x="6469405" y="5057928"/>
              <a:ext cx="209926" cy="114242"/>
            </a:xfrm>
            <a:custGeom>
              <a:avLst/>
              <a:gdLst/>
              <a:ahLst/>
              <a:cxnLst/>
              <a:rect l="l" t="t" r="r" b="b"/>
              <a:pathLst>
                <a:path w="209926" h="114242">
                  <a:moveTo>
                    <a:pt x="209926" y="35964"/>
                  </a:moveTo>
                  <a:lnTo>
                    <a:pt x="144016" y="114242"/>
                  </a:lnTo>
                  <a:lnTo>
                    <a:pt x="0" y="786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5" name="Polygon 1225"/>
            <p:cNvSpPr/>
            <p:nvPr/>
          </p:nvSpPr>
          <p:spPr>
            <a:xfrm>
              <a:off x="6115461" y="5065282"/>
              <a:ext cx="209927" cy="113705"/>
            </a:xfrm>
            <a:custGeom>
              <a:avLst/>
              <a:gdLst/>
              <a:ahLst/>
              <a:cxnLst/>
              <a:rect l="l" t="t" r="r" b="b"/>
              <a:pathLst>
                <a:path w="209927" h="113705">
                  <a:moveTo>
                    <a:pt x="209927" y="35624"/>
                  </a:moveTo>
                  <a:lnTo>
                    <a:pt x="144017" y="113705"/>
                  </a:lnTo>
                  <a:lnTo>
                    <a:pt x="0" y="7812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6" name="Polygon 1226"/>
            <p:cNvSpPr/>
            <p:nvPr/>
          </p:nvSpPr>
          <p:spPr>
            <a:xfrm>
              <a:off x="5761519" y="5072018"/>
              <a:ext cx="209926" cy="113535"/>
            </a:xfrm>
            <a:custGeom>
              <a:avLst/>
              <a:gdLst/>
              <a:ahLst/>
              <a:cxnLst/>
              <a:rect l="l" t="t" r="r" b="b"/>
              <a:pathLst>
                <a:path w="209926" h="113535">
                  <a:moveTo>
                    <a:pt x="209926" y="35749"/>
                  </a:moveTo>
                  <a:lnTo>
                    <a:pt x="144016" y="113535"/>
                  </a:lnTo>
                  <a:lnTo>
                    <a:pt x="0" y="7780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7" name="Polygon 1227"/>
            <p:cNvSpPr/>
            <p:nvPr/>
          </p:nvSpPr>
          <p:spPr>
            <a:xfrm>
              <a:off x="7675249" y="5074689"/>
              <a:ext cx="209926" cy="113373"/>
            </a:xfrm>
            <a:custGeom>
              <a:avLst/>
              <a:gdLst/>
              <a:ahLst/>
              <a:cxnLst/>
              <a:rect l="l" t="t" r="r" b="b"/>
              <a:pathLst>
                <a:path w="209926" h="113373">
                  <a:moveTo>
                    <a:pt x="209926" y="35581"/>
                  </a:moveTo>
                  <a:lnTo>
                    <a:pt x="144016" y="113373"/>
                  </a:lnTo>
                  <a:lnTo>
                    <a:pt x="0" y="7777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8" name="Polygon 1228"/>
            <p:cNvSpPr/>
            <p:nvPr/>
          </p:nvSpPr>
          <p:spPr>
            <a:xfrm>
              <a:off x="5407577" y="5078065"/>
              <a:ext cx="209926" cy="113807"/>
            </a:xfrm>
            <a:custGeom>
              <a:avLst/>
              <a:gdLst/>
              <a:ahLst/>
              <a:cxnLst/>
              <a:rect l="l" t="t" r="r" b="b"/>
              <a:pathLst>
                <a:path w="209926" h="113807">
                  <a:moveTo>
                    <a:pt x="209926" y="35919"/>
                  </a:moveTo>
                  <a:lnTo>
                    <a:pt x="144016" y="113807"/>
                  </a:lnTo>
                  <a:lnTo>
                    <a:pt x="0" y="7802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29" name="Polygon 1229"/>
            <p:cNvSpPr/>
            <p:nvPr/>
          </p:nvSpPr>
          <p:spPr>
            <a:xfrm>
              <a:off x="7321306" y="5081194"/>
              <a:ext cx="209926" cy="113453"/>
            </a:xfrm>
            <a:custGeom>
              <a:avLst/>
              <a:gdLst/>
              <a:ahLst/>
              <a:cxnLst/>
              <a:rect l="l" t="t" r="r" b="b"/>
              <a:pathLst>
                <a:path w="209926" h="113453">
                  <a:moveTo>
                    <a:pt x="209926" y="35664"/>
                  </a:moveTo>
                  <a:lnTo>
                    <a:pt x="144016" y="113453"/>
                  </a:lnTo>
                  <a:lnTo>
                    <a:pt x="0" y="7782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0" name="Polygon 1230"/>
            <p:cNvSpPr/>
            <p:nvPr/>
          </p:nvSpPr>
          <p:spPr>
            <a:xfrm>
              <a:off x="5053634" y="5084547"/>
              <a:ext cx="209927" cy="113810"/>
            </a:xfrm>
            <a:custGeom>
              <a:avLst/>
              <a:gdLst/>
              <a:ahLst/>
              <a:cxnLst/>
              <a:rect l="l" t="t" r="r" b="b"/>
              <a:pathLst>
                <a:path w="209927" h="113810">
                  <a:moveTo>
                    <a:pt x="209927" y="35749"/>
                  </a:moveTo>
                  <a:lnTo>
                    <a:pt x="144017" y="113810"/>
                  </a:lnTo>
                  <a:lnTo>
                    <a:pt x="0" y="781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1" name="Polygon 1231"/>
            <p:cNvSpPr/>
            <p:nvPr/>
          </p:nvSpPr>
          <p:spPr>
            <a:xfrm>
              <a:off x="6967363" y="5087454"/>
              <a:ext cx="209926" cy="113740"/>
            </a:xfrm>
            <a:custGeom>
              <a:avLst/>
              <a:gdLst/>
              <a:ahLst/>
              <a:cxnLst/>
              <a:rect l="l" t="t" r="r" b="b"/>
              <a:pathLst>
                <a:path w="209926" h="113740">
                  <a:moveTo>
                    <a:pt x="209926" y="35858"/>
                  </a:moveTo>
                  <a:lnTo>
                    <a:pt x="144016" y="113740"/>
                  </a:lnTo>
                  <a:lnTo>
                    <a:pt x="0" y="780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2" name="Polygon 1232"/>
            <p:cNvSpPr/>
            <p:nvPr/>
          </p:nvSpPr>
          <p:spPr>
            <a:xfrm>
              <a:off x="6613421" y="5093892"/>
              <a:ext cx="209926" cy="113905"/>
            </a:xfrm>
            <a:custGeom>
              <a:avLst/>
              <a:gdLst/>
              <a:ahLst/>
              <a:cxnLst/>
              <a:rect l="l" t="t" r="r" b="b"/>
              <a:pathLst>
                <a:path w="209926" h="113905">
                  <a:moveTo>
                    <a:pt x="209926" y="35863"/>
                  </a:moveTo>
                  <a:lnTo>
                    <a:pt x="144016" y="113905"/>
                  </a:lnTo>
                  <a:lnTo>
                    <a:pt x="0" y="7827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3" name="Polygon 1233"/>
            <p:cNvSpPr/>
            <p:nvPr/>
          </p:nvSpPr>
          <p:spPr>
            <a:xfrm>
              <a:off x="6259479" y="5100905"/>
              <a:ext cx="209926" cy="113632"/>
            </a:xfrm>
            <a:custGeom>
              <a:avLst/>
              <a:gdLst/>
              <a:ahLst/>
              <a:cxnLst/>
              <a:rect l="l" t="t" r="r" b="b"/>
              <a:pathLst>
                <a:path w="209926" h="113632">
                  <a:moveTo>
                    <a:pt x="209926" y="35634"/>
                  </a:moveTo>
                  <a:lnTo>
                    <a:pt x="144016" y="113632"/>
                  </a:lnTo>
                  <a:lnTo>
                    <a:pt x="0" y="780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4" name="Polygon 1234"/>
            <p:cNvSpPr/>
            <p:nvPr/>
          </p:nvSpPr>
          <p:spPr>
            <a:xfrm>
              <a:off x="5905535" y="5107767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44"/>
                  </a:moveTo>
                  <a:lnTo>
                    <a:pt x="144016" y="113425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5" name="Polygon 1235"/>
            <p:cNvSpPr/>
            <p:nvPr/>
          </p:nvSpPr>
          <p:spPr>
            <a:xfrm>
              <a:off x="7819265" y="5110269"/>
              <a:ext cx="209926" cy="113393"/>
            </a:xfrm>
            <a:custGeom>
              <a:avLst/>
              <a:gdLst/>
              <a:ahLst/>
              <a:cxnLst/>
              <a:rect l="l" t="t" r="r" b="b"/>
              <a:pathLst>
                <a:path w="209926" h="113393">
                  <a:moveTo>
                    <a:pt x="209926" y="35589"/>
                  </a:moveTo>
                  <a:lnTo>
                    <a:pt x="144016" y="113393"/>
                  </a:lnTo>
                  <a:lnTo>
                    <a:pt x="0" y="7779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6" name="Polygon 1236"/>
            <p:cNvSpPr/>
            <p:nvPr/>
          </p:nvSpPr>
          <p:spPr>
            <a:xfrm>
              <a:off x="5551593" y="5113984"/>
              <a:ext cx="209926" cy="113627"/>
            </a:xfrm>
            <a:custGeom>
              <a:avLst/>
              <a:gdLst/>
              <a:ahLst/>
              <a:cxnLst/>
              <a:rect l="l" t="t" r="r" b="b"/>
              <a:pathLst>
                <a:path w="209926" h="113627">
                  <a:moveTo>
                    <a:pt x="209926" y="35838"/>
                  </a:moveTo>
                  <a:lnTo>
                    <a:pt x="144016" y="113627"/>
                  </a:lnTo>
                  <a:lnTo>
                    <a:pt x="0" y="7788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7" name="Polygon 1237"/>
            <p:cNvSpPr/>
            <p:nvPr/>
          </p:nvSpPr>
          <p:spPr>
            <a:xfrm>
              <a:off x="7465323" y="5116859"/>
              <a:ext cx="209926" cy="113398"/>
            </a:xfrm>
            <a:custGeom>
              <a:avLst/>
              <a:gdLst/>
              <a:ahLst/>
              <a:cxnLst/>
              <a:rect l="l" t="t" r="r" b="b"/>
              <a:pathLst>
                <a:path w="209926" h="113398">
                  <a:moveTo>
                    <a:pt x="209926" y="35606"/>
                  </a:moveTo>
                  <a:lnTo>
                    <a:pt x="144016" y="113398"/>
                  </a:lnTo>
                  <a:lnTo>
                    <a:pt x="0" y="777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8" name="Polygon 1238"/>
            <p:cNvSpPr/>
            <p:nvPr/>
          </p:nvSpPr>
          <p:spPr>
            <a:xfrm>
              <a:off x="5197651" y="5120296"/>
              <a:ext cx="209926" cy="113753"/>
            </a:xfrm>
            <a:custGeom>
              <a:avLst/>
              <a:gdLst/>
              <a:ahLst/>
              <a:cxnLst/>
              <a:rect l="l" t="t" r="r" b="b"/>
              <a:pathLst>
                <a:path w="209926" h="113753">
                  <a:moveTo>
                    <a:pt x="209926" y="35792"/>
                  </a:moveTo>
                  <a:lnTo>
                    <a:pt x="144016" y="113753"/>
                  </a:lnTo>
                  <a:lnTo>
                    <a:pt x="0" y="780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39" name="Polygon 1239"/>
            <p:cNvSpPr/>
            <p:nvPr/>
          </p:nvSpPr>
          <p:spPr>
            <a:xfrm>
              <a:off x="7111379" y="5123312"/>
              <a:ext cx="209927" cy="113520"/>
            </a:xfrm>
            <a:custGeom>
              <a:avLst/>
              <a:gdLst/>
              <a:ahLst/>
              <a:cxnLst/>
              <a:rect l="l" t="t" r="r" b="b"/>
              <a:pathLst>
                <a:path w="209927" h="113520">
                  <a:moveTo>
                    <a:pt x="209927" y="35704"/>
                  </a:moveTo>
                  <a:lnTo>
                    <a:pt x="144017" y="113520"/>
                  </a:lnTo>
                  <a:lnTo>
                    <a:pt x="0" y="778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0" name="Polygon 1240"/>
            <p:cNvSpPr/>
            <p:nvPr/>
          </p:nvSpPr>
          <p:spPr>
            <a:xfrm>
              <a:off x="6757437" y="5129754"/>
              <a:ext cx="209926" cy="113662"/>
            </a:xfrm>
            <a:custGeom>
              <a:avLst/>
              <a:gdLst/>
              <a:ahLst/>
              <a:cxnLst/>
              <a:rect l="l" t="t" r="r" b="b"/>
              <a:pathLst>
                <a:path w="209926" h="113662">
                  <a:moveTo>
                    <a:pt x="209926" y="35759"/>
                  </a:moveTo>
                  <a:lnTo>
                    <a:pt x="144016" y="113662"/>
                  </a:lnTo>
                  <a:lnTo>
                    <a:pt x="0" y="7804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1" name="Polygon 1241"/>
            <p:cNvSpPr/>
            <p:nvPr/>
          </p:nvSpPr>
          <p:spPr>
            <a:xfrm>
              <a:off x="6403495" y="5136539"/>
              <a:ext cx="209926" cy="113553"/>
            </a:xfrm>
            <a:custGeom>
              <a:avLst/>
              <a:gdLst/>
              <a:ahLst/>
              <a:cxnLst/>
              <a:rect l="l" t="t" r="r" b="b"/>
              <a:pathLst>
                <a:path w="209926" h="113553">
                  <a:moveTo>
                    <a:pt x="209926" y="35631"/>
                  </a:moveTo>
                  <a:lnTo>
                    <a:pt x="144016" y="113553"/>
                  </a:lnTo>
                  <a:lnTo>
                    <a:pt x="0" y="7799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2" name="Polygon 1242"/>
            <p:cNvSpPr/>
            <p:nvPr/>
          </p:nvSpPr>
          <p:spPr>
            <a:xfrm>
              <a:off x="6049551" y="5143410"/>
              <a:ext cx="209927" cy="113362"/>
            </a:xfrm>
            <a:custGeom>
              <a:avLst/>
              <a:gdLst/>
              <a:ahLst/>
              <a:cxnLst/>
              <a:rect l="l" t="t" r="r" b="b"/>
              <a:pathLst>
                <a:path w="209927" h="113362">
                  <a:moveTo>
                    <a:pt x="209927" y="35576"/>
                  </a:moveTo>
                  <a:lnTo>
                    <a:pt x="144017" y="113362"/>
                  </a:lnTo>
                  <a:lnTo>
                    <a:pt x="0" y="7778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3" name="Polygon 1243"/>
            <p:cNvSpPr/>
            <p:nvPr/>
          </p:nvSpPr>
          <p:spPr>
            <a:xfrm>
              <a:off x="5695609" y="5149822"/>
              <a:ext cx="209926" cy="113467"/>
            </a:xfrm>
            <a:custGeom>
              <a:avLst/>
              <a:gdLst/>
              <a:ahLst/>
              <a:cxnLst/>
              <a:rect l="l" t="t" r="r" b="b"/>
              <a:pathLst>
                <a:path w="209926" h="113467">
                  <a:moveTo>
                    <a:pt x="209926" y="35731"/>
                  </a:moveTo>
                  <a:lnTo>
                    <a:pt x="144016" y="113467"/>
                  </a:lnTo>
                  <a:lnTo>
                    <a:pt x="0" y="7778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4" name="Polygon 1244"/>
            <p:cNvSpPr/>
            <p:nvPr/>
          </p:nvSpPr>
          <p:spPr>
            <a:xfrm>
              <a:off x="7609339" y="5152465"/>
              <a:ext cx="209926" cy="113397"/>
            </a:xfrm>
            <a:custGeom>
              <a:avLst/>
              <a:gdLst/>
              <a:ahLst/>
              <a:cxnLst/>
              <a:rect l="l" t="t" r="r" b="b"/>
              <a:pathLst>
                <a:path w="209926" h="113397">
                  <a:moveTo>
                    <a:pt x="209926" y="35597"/>
                  </a:moveTo>
                  <a:lnTo>
                    <a:pt x="144016" y="113397"/>
                  </a:lnTo>
                  <a:lnTo>
                    <a:pt x="0" y="7779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5" name="Polygon 1245"/>
            <p:cNvSpPr/>
            <p:nvPr/>
          </p:nvSpPr>
          <p:spPr>
            <a:xfrm>
              <a:off x="5341667" y="5156088"/>
              <a:ext cx="209926" cy="113649"/>
            </a:xfrm>
            <a:custGeom>
              <a:avLst/>
              <a:gdLst/>
              <a:ahLst/>
              <a:cxnLst/>
              <a:rect l="l" t="t" r="r" b="b"/>
              <a:pathLst>
                <a:path w="209926" h="113649">
                  <a:moveTo>
                    <a:pt x="209926" y="35784"/>
                  </a:moveTo>
                  <a:lnTo>
                    <a:pt x="144016" y="113649"/>
                  </a:lnTo>
                  <a:lnTo>
                    <a:pt x="0" y="7796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6" name="Polygon 1246"/>
            <p:cNvSpPr/>
            <p:nvPr/>
          </p:nvSpPr>
          <p:spPr>
            <a:xfrm>
              <a:off x="7255396" y="5159015"/>
              <a:ext cx="209926" cy="113433"/>
            </a:xfrm>
            <a:custGeom>
              <a:avLst/>
              <a:gdLst/>
              <a:ahLst/>
              <a:cxnLst/>
              <a:rect l="l" t="t" r="r" b="b"/>
              <a:pathLst>
                <a:path w="209926" h="113433">
                  <a:moveTo>
                    <a:pt x="209926" y="35632"/>
                  </a:moveTo>
                  <a:lnTo>
                    <a:pt x="144016" y="113433"/>
                  </a:lnTo>
                  <a:lnTo>
                    <a:pt x="0" y="7781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7" name="Polygon 1247"/>
            <p:cNvSpPr/>
            <p:nvPr/>
          </p:nvSpPr>
          <p:spPr>
            <a:xfrm>
              <a:off x="6901453" y="5165513"/>
              <a:ext cx="209926" cy="113519"/>
            </a:xfrm>
            <a:custGeom>
              <a:avLst/>
              <a:gdLst/>
              <a:ahLst/>
              <a:cxnLst/>
              <a:rect l="l" t="t" r="r" b="b"/>
              <a:pathLst>
                <a:path w="209926" h="113519">
                  <a:moveTo>
                    <a:pt x="209926" y="35681"/>
                  </a:moveTo>
                  <a:lnTo>
                    <a:pt x="144016" y="113519"/>
                  </a:lnTo>
                  <a:lnTo>
                    <a:pt x="0" y="779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8" name="Polygon 1248"/>
            <p:cNvSpPr/>
            <p:nvPr/>
          </p:nvSpPr>
          <p:spPr>
            <a:xfrm>
              <a:off x="6547511" y="5172170"/>
              <a:ext cx="209926" cy="113492"/>
            </a:xfrm>
            <a:custGeom>
              <a:avLst/>
              <a:gdLst/>
              <a:ahLst/>
              <a:cxnLst/>
              <a:rect l="l" t="t" r="r" b="b"/>
              <a:pathLst>
                <a:path w="209926" h="113492">
                  <a:moveTo>
                    <a:pt x="209926" y="35626"/>
                  </a:moveTo>
                  <a:lnTo>
                    <a:pt x="144016" y="113492"/>
                  </a:lnTo>
                  <a:lnTo>
                    <a:pt x="0" y="7792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49" name="Polygon 1249"/>
            <p:cNvSpPr/>
            <p:nvPr/>
          </p:nvSpPr>
          <p:spPr>
            <a:xfrm>
              <a:off x="6193568" y="5178986"/>
              <a:ext cx="209926" cy="113346"/>
            </a:xfrm>
            <a:custGeom>
              <a:avLst/>
              <a:gdLst/>
              <a:ahLst/>
              <a:cxnLst/>
              <a:rect l="l" t="t" r="r" b="b"/>
              <a:pathLst>
                <a:path w="209926" h="113346">
                  <a:moveTo>
                    <a:pt x="209926" y="35551"/>
                  </a:moveTo>
                  <a:lnTo>
                    <a:pt x="144016" y="113346"/>
                  </a:lnTo>
                  <a:lnTo>
                    <a:pt x="0" y="7778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0" name="Polygon 1250"/>
            <p:cNvSpPr/>
            <p:nvPr/>
          </p:nvSpPr>
          <p:spPr>
            <a:xfrm>
              <a:off x="5839625" y="5185553"/>
              <a:ext cx="209926" cy="113363"/>
            </a:xfrm>
            <a:custGeom>
              <a:avLst/>
              <a:gdLst/>
              <a:ahLst/>
              <a:cxnLst/>
              <a:rect l="l" t="t" r="r" b="b"/>
              <a:pathLst>
                <a:path w="209926" h="113363">
                  <a:moveTo>
                    <a:pt x="209926" y="35639"/>
                  </a:moveTo>
                  <a:lnTo>
                    <a:pt x="144016" y="113363"/>
                  </a:lnTo>
                  <a:lnTo>
                    <a:pt x="0" y="7773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1" name="Polygon 1251"/>
            <p:cNvSpPr/>
            <p:nvPr/>
          </p:nvSpPr>
          <p:spPr>
            <a:xfrm>
              <a:off x="7753355" y="5188062"/>
              <a:ext cx="209926" cy="113408"/>
            </a:xfrm>
            <a:custGeom>
              <a:avLst/>
              <a:gdLst/>
              <a:ahLst/>
              <a:cxnLst/>
              <a:rect l="l" t="t" r="r" b="b"/>
              <a:pathLst>
                <a:path w="209926" h="113408">
                  <a:moveTo>
                    <a:pt x="209926" y="35601"/>
                  </a:moveTo>
                  <a:lnTo>
                    <a:pt x="144016" y="113408"/>
                  </a:lnTo>
                  <a:lnTo>
                    <a:pt x="0" y="7780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2" name="Polygon 1252"/>
            <p:cNvSpPr/>
            <p:nvPr/>
          </p:nvSpPr>
          <p:spPr>
            <a:xfrm>
              <a:off x="5485683" y="5191872"/>
              <a:ext cx="209926" cy="113533"/>
            </a:xfrm>
            <a:custGeom>
              <a:avLst/>
              <a:gdLst/>
              <a:ahLst/>
              <a:cxnLst/>
              <a:rect l="l" t="t" r="r" b="b"/>
              <a:pathLst>
                <a:path w="209926" h="113533">
                  <a:moveTo>
                    <a:pt x="209926" y="35739"/>
                  </a:moveTo>
                  <a:lnTo>
                    <a:pt x="144016" y="113533"/>
                  </a:lnTo>
                  <a:lnTo>
                    <a:pt x="0" y="778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3" name="Polygon 1253"/>
            <p:cNvSpPr/>
            <p:nvPr/>
          </p:nvSpPr>
          <p:spPr>
            <a:xfrm>
              <a:off x="7399412" y="5194647"/>
              <a:ext cx="209926" cy="113412"/>
            </a:xfrm>
            <a:custGeom>
              <a:avLst/>
              <a:gdLst/>
              <a:ahLst/>
              <a:cxnLst/>
              <a:rect l="l" t="t" r="r" b="b"/>
              <a:pathLst>
                <a:path w="209926" h="113412">
                  <a:moveTo>
                    <a:pt x="209926" y="35609"/>
                  </a:moveTo>
                  <a:lnTo>
                    <a:pt x="144016" y="113412"/>
                  </a:lnTo>
                  <a:lnTo>
                    <a:pt x="0" y="778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4" name="Polygon 1254"/>
            <p:cNvSpPr/>
            <p:nvPr/>
          </p:nvSpPr>
          <p:spPr>
            <a:xfrm>
              <a:off x="7045469" y="5201194"/>
              <a:ext cx="209927" cy="113451"/>
            </a:xfrm>
            <a:custGeom>
              <a:avLst/>
              <a:gdLst/>
              <a:ahLst/>
              <a:cxnLst/>
              <a:rect l="l" t="t" r="r" b="b"/>
              <a:pathLst>
                <a:path w="209927" h="113451">
                  <a:moveTo>
                    <a:pt x="209927" y="35638"/>
                  </a:moveTo>
                  <a:lnTo>
                    <a:pt x="144017" y="113451"/>
                  </a:lnTo>
                  <a:lnTo>
                    <a:pt x="0" y="7783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5" name="Polygon 1255"/>
            <p:cNvSpPr/>
            <p:nvPr/>
          </p:nvSpPr>
          <p:spPr>
            <a:xfrm>
              <a:off x="6691527" y="5207797"/>
              <a:ext cx="209926" cy="113454"/>
            </a:xfrm>
            <a:custGeom>
              <a:avLst/>
              <a:gdLst/>
              <a:ahLst/>
              <a:cxnLst/>
              <a:rect l="l" t="t" r="r" b="b"/>
              <a:pathLst>
                <a:path w="209926" h="113454">
                  <a:moveTo>
                    <a:pt x="209926" y="35620"/>
                  </a:moveTo>
                  <a:lnTo>
                    <a:pt x="144016" y="113454"/>
                  </a:lnTo>
                  <a:lnTo>
                    <a:pt x="0" y="77866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6" name="Polygon 1256"/>
            <p:cNvSpPr/>
            <p:nvPr/>
          </p:nvSpPr>
          <p:spPr>
            <a:xfrm>
              <a:off x="6337584" y="5214537"/>
              <a:ext cx="209926" cy="113356"/>
            </a:xfrm>
            <a:custGeom>
              <a:avLst/>
              <a:gdLst/>
              <a:ahLst/>
              <a:cxnLst/>
              <a:rect l="l" t="t" r="r" b="b"/>
              <a:pathLst>
                <a:path w="209926" h="113356">
                  <a:moveTo>
                    <a:pt x="209926" y="35555"/>
                  </a:moveTo>
                  <a:lnTo>
                    <a:pt x="144016" y="113356"/>
                  </a:lnTo>
                  <a:lnTo>
                    <a:pt x="0" y="777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7" name="Polygon 1257"/>
            <p:cNvSpPr/>
            <p:nvPr/>
          </p:nvSpPr>
          <p:spPr>
            <a:xfrm>
              <a:off x="5983641" y="5221192"/>
              <a:ext cx="209927" cy="113318"/>
            </a:xfrm>
            <a:custGeom>
              <a:avLst/>
              <a:gdLst/>
              <a:ahLst/>
              <a:cxnLst/>
              <a:rect l="l" t="t" r="r" b="b"/>
              <a:pathLst>
                <a:path w="209927" h="113318">
                  <a:moveTo>
                    <a:pt x="209927" y="35581"/>
                  </a:moveTo>
                  <a:lnTo>
                    <a:pt x="144017" y="113318"/>
                  </a:lnTo>
                  <a:lnTo>
                    <a:pt x="0" y="7772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8" name="Polygon 1258"/>
            <p:cNvSpPr/>
            <p:nvPr/>
          </p:nvSpPr>
          <p:spPr>
            <a:xfrm>
              <a:off x="5629699" y="5227611"/>
              <a:ext cx="209926" cy="113436"/>
            </a:xfrm>
            <a:custGeom>
              <a:avLst/>
              <a:gdLst/>
              <a:ahLst/>
              <a:cxnLst/>
              <a:rect l="l" t="t" r="r" b="b"/>
              <a:pathLst>
                <a:path w="209926" h="113436">
                  <a:moveTo>
                    <a:pt x="209926" y="35678"/>
                  </a:moveTo>
                  <a:lnTo>
                    <a:pt x="144016" y="113436"/>
                  </a:lnTo>
                  <a:lnTo>
                    <a:pt x="0" y="7779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59" name="Polygon 1259"/>
            <p:cNvSpPr/>
            <p:nvPr/>
          </p:nvSpPr>
          <p:spPr>
            <a:xfrm>
              <a:off x="7543429" y="5230257"/>
              <a:ext cx="209926" cy="113412"/>
            </a:xfrm>
            <a:custGeom>
              <a:avLst/>
              <a:gdLst/>
              <a:ahLst/>
              <a:cxnLst/>
              <a:rect l="l" t="t" r="r" b="b"/>
              <a:pathLst>
                <a:path w="209926" h="113412">
                  <a:moveTo>
                    <a:pt x="209926" y="35605"/>
                  </a:moveTo>
                  <a:lnTo>
                    <a:pt x="144016" y="113412"/>
                  </a:lnTo>
                  <a:lnTo>
                    <a:pt x="0" y="7780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0" name="Polygon 1260"/>
            <p:cNvSpPr/>
            <p:nvPr/>
          </p:nvSpPr>
          <p:spPr>
            <a:xfrm>
              <a:off x="7189486" y="5236832"/>
              <a:ext cx="209926" cy="113426"/>
            </a:xfrm>
            <a:custGeom>
              <a:avLst/>
              <a:gdLst/>
              <a:ahLst/>
              <a:cxnLst/>
              <a:rect l="l" t="t" r="r" b="b"/>
              <a:pathLst>
                <a:path w="209926" h="113426">
                  <a:moveTo>
                    <a:pt x="209926" y="35617"/>
                  </a:moveTo>
                  <a:lnTo>
                    <a:pt x="144016" y="113426"/>
                  </a:lnTo>
                  <a:lnTo>
                    <a:pt x="0" y="7781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1" name="Polygon 1261"/>
            <p:cNvSpPr/>
            <p:nvPr/>
          </p:nvSpPr>
          <p:spPr>
            <a:xfrm>
              <a:off x="6835543" y="5243416"/>
              <a:ext cx="209926" cy="113434"/>
            </a:xfrm>
            <a:custGeom>
              <a:avLst/>
              <a:gdLst/>
              <a:ahLst/>
              <a:cxnLst/>
              <a:rect l="l" t="t" r="r" b="b"/>
              <a:pathLst>
                <a:path w="209926" h="113434">
                  <a:moveTo>
                    <a:pt x="209926" y="35616"/>
                  </a:moveTo>
                  <a:lnTo>
                    <a:pt x="144016" y="113434"/>
                  </a:lnTo>
                  <a:lnTo>
                    <a:pt x="0" y="77834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2" name="Polygon 1262"/>
            <p:cNvSpPr/>
            <p:nvPr/>
          </p:nvSpPr>
          <p:spPr>
            <a:xfrm>
              <a:off x="6481601" y="5250092"/>
              <a:ext cx="209926" cy="113377"/>
            </a:xfrm>
            <a:custGeom>
              <a:avLst/>
              <a:gdLst/>
              <a:ahLst/>
              <a:cxnLst/>
              <a:rect l="l" t="t" r="r" b="b"/>
              <a:pathLst>
                <a:path w="209926" h="113377">
                  <a:moveTo>
                    <a:pt x="209926" y="35570"/>
                  </a:moveTo>
                  <a:lnTo>
                    <a:pt x="144016" y="113377"/>
                  </a:lnTo>
                  <a:lnTo>
                    <a:pt x="0" y="7780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3" name="Polygon 1263"/>
            <p:cNvSpPr/>
            <p:nvPr/>
          </p:nvSpPr>
          <p:spPr>
            <a:xfrm>
              <a:off x="6127658" y="5256772"/>
              <a:ext cx="209926" cy="113320"/>
            </a:xfrm>
            <a:custGeom>
              <a:avLst/>
              <a:gdLst/>
              <a:ahLst/>
              <a:cxnLst/>
              <a:rect l="l" t="t" r="r" b="b"/>
              <a:pathLst>
                <a:path w="209926" h="113320">
                  <a:moveTo>
                    <a:pt x="209926" y="35560"/>
                  </a:moveTo>
                  <a:lnTo>
                    <a:pt x="144016" y="113320"/>
                  </a:lnTo>
                  <a:lnTo>
                    <a:pt x="0" y="7773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4" name="Polygon 1264"/>
            <p:cNvSpPr/>
            <p:nvPr/>
          </p:nvSpPr>
          <p:spPr>
            <a:xfrm>
              <a:off x="5773715" y="5263288"/>
              <a:ext cx="209926" cy="113377"/>
            </a:xfrm>
            <a:custGeom>
              <a:avLst/>
              <a:gdLst/>
              <a:ahLst/>
              <a:cxnLst/>
              <a:rect l="l" t="t" r="r" b="b"/>
              <a:pathLst>
                <a:path w="209926" h="113377">
                  <a:moveTo>
                    <a:pt x="209926" y="35627"/>
                  </a:moveTo>
                  <a:lnTo>
                    <a:pt x="144016" y="113377"/>
                  </a:lnTo>
                  <a:lnTo>
                    <a:pt x="0" y="7775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5" name="Polygon 1265"/>
            <p:cNvSpPr/>
            <p:nvPr/>
          </p:nvSpPr>
          <p:spPr>
            <a:xfrm>
              <a:off x="7687445" y="5265862"/>
              <a:ext cx="209926" cy="113417"/>
            </a:xfrm>
            <a:custGeom>
              <a:avLst/>
              <a:gdLst/>
              <a:ahLst/>
              <a:cxnLst/>
              <a:rect l="l" t="t" r="r" b="b"/>
              <a:pathLst>
                <a:path w="209926" h="113417">
                  <a:moveTo>
                    <a:pt x="209926" y="35607"/>
                  </a:moveTo>
                  <a:lnTo>
                    <a:pt x="144016" y="113417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6" name="Polygon 1266"/>
            <p:cNvSpPr/>
            <p:nvPr/>
          </p:nvSpPr>
          <p:spPr>
            <a:xfrm>
              <a:off x="7333502" y="5272448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11"/>
                  </a:moveTo>
                  <a:lnTo>
                    <a:pt x="144016" y="113420"/>
                  </a:lnTo>
                  <a:lnTo>
                    <a:pt x="0" y="7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7" name="Polygon 1267"/>
            <p:cNvSpPr/>
            <p:nvPr/>
          </p:nvSpPr>
          <p:spPr>
            <a:xfrm>
              <a:off x="6979559" y="5279032"/>
              <a:ext cx="209927" cy="113426"/>
            </a:xfrm>
            <a:custGeom>
              <a:avLst/>
              <a:gdLst/>
              <a:ahLst/>
              <a:cxnLst/>
              <a:rect l="l" t="t" r="r" b="b"/>
              <a:pathLst>
                <a:path w="209927" h="113426">
                  <a:moveTo>
                    <a:pt x="209927" y="35613"/>
                  </a:moveTo>
                  <a:lnTo>
                    <a:pt x="144017" y="113426"/>
                  </a:lnTo>
                  <a:lnTo>
                    <a:pt x="0" y="7781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8" name="Polygon 1268"/>
            <p:cNvSpPr/>
            <p:nvPr/>
          </p:nvSpPr>
          <p:spPr>
            <a:xfrm>
              <a:off x="6625617" y="5285663"/>
              <a:ext cx="209926" cy="113398"/>
            </a:xfrm>
            <a:custGeom>
              <a:avLst/>
              <a:gdLst/>
              <a:ahLst/>
              <a:cxnLst/>
              <a:rect l="l" t="t" r="r" b="b"/>
              <a:pathLst>
                <a:path w="209926" h="113398">
                  <a:moveTo>
                    <a:pt x="209926" y="35588"/>
                  </a:moveTo>
                  <a:lnTo>
                    <a:pt x="144016" y="113398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69" name="Polygon 1269"/>
            <p:cNvSpPr/>
            <p:nvPr/>
          </p:nvSpPr>
          <p:spPr>
            <a:xfrm>
              <a:off x="6271674" y="5292332"/>
              <a:ext cx="209926" cy="113344"/>
            </a:xfrm>
            <a:custGeom>
              <a:avLst/>
              <a:gdLst/>
              <a:ahLst/>
              <a:cxnLst/>
              <a:rect l="l" t="t" r="r" b="b"/>
              <a:pathLst>
                <a:path w="209926" h="113344">
                  <a:moveTo>
                    <a:pt x="209926" y="35562"/>
                  </a:moveTo>
                  <a:lnTo>
                    <a:pt x="144016" y="113344"/>
                  </a:lnTo>
                  <a:lnTo>
                    <a:pt x="0" y="7776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0" name="Polygon 1270"/>
            <p:cNvSpPr/>
            <p:nvPr/>
          </p:nvSpPr>
          <p:spPr>
            <a:xfrm>
              <a:off x="5917731" y="5298916"/>
              <a:ext cx="209927" cy="113353"/>
            </a:xfrm>
            <a:custGeom>
              <a:avLst/>
              <a:gdLst/>
              <a:ahLst/>
              <a:cxnLst/>
              <a:rect l="l" t="t" r="r" b="b"/>
              <a:pathLst>
                <a:path w="209927" h="113353">
                  <a:moveTo>
                    <a:pt x="209927" y="35594"/>
                  </a:moveTo>
                  <a:lnTo>
                    <a:pt x="144017" y="113353"/>
                  </a:lnTo>
                  <a:lnTo>
                    <a:pt x="0" y="7775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1" name="Polygon 1271"/>
            <p:cNvSpPr/>
            <p:nvPr/>
          </p:nvSpPr>
          <p:spPr>
            <a:xfrm>
              <a:off x="7477518" y="5308060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09"/>
                  </a:moveTo>
                  <a:lnTo>
                    <a:pt x="144016" y="113420"/>
                  </a:lnTo>
                  <a:lnTo>
                    <a:pt x="0" y="7780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2" name="Polygon 1272"/>
            <p:cNvSpPr/>
            <p:nvPr/>
          </p:nvSpPr>
          <p:spPr>
            <a:xfrm>
              <a:off x="7123576" y="5314645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2"/>
                  </a:moveTo>
                  <a:lnTo>
                    <a:pt x="144016" y="113423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3" name="Polygon 1273"/>
            <p:cNvSpPr/>
            <p:nvPr/>
          </p:nvSpPr>
          <p:spPr>
            <a:xfrm>
              <a:off x="6769633" y="5321251"/>
              <a:ext cx="209926" cy="113411"/>
            </a:xfrm>
            <a:custGeom>
              <a:avLst/>
              <a:gdLst/>
              <a:ahLst/>
              <a:cxnLst/>
              <a:rect l="l" t="t" r="r" b="b"/>
              <a:pathLst>
                <a:path w="209926" h="113411">
                  <a:moveTo>
                    <a:pt x="209926" y="35600"/>
                  </a:moveTo>
                  <a:lnTo>
                    <a:pt x="144017" y="113411"/>
                  </a:lnTo>
                  <a:lnTo>
                    <a:pt x="0" y="77810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4" name="Polygon 1274"/>
            <p:cNvSpPr/>
            <p:nvPr/>
          </p:nvSpPr>
          <p:spPr>
            <a:xfrm>
              <a:off x="6415690" y="5327894"/>
              <a:ext cx="209926" cy="113373"/>
            </a:xfrm>
            <a:custGeom>
              <a:avLst/>
              <a:gdLst/>
              <a:ahLst/>
              <a:cxnLst/>
              <a:rect l="l" t="t" r="r" b="b"/>
              <a:pathLst>
                <a:path w="209926" h="113373">
                  <a:moveTo>
                    <a:pt x="209926" y="35576"/>
                  </a:moveTo>
                  <a:lnTo>
                    <a:pt x="144016" y="113373"/>
                  </a:lnTo>
                  <a:lnTo>
                    <a:pt x="0" y="7778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5" name="Polygon 1275"/>
            <p:cNvSpPr/>
            <p:nvPr/>
          </p:nvSpPr>
          <p:spPr>
            <a:xfrm>
              <a:off x="6061748" y="5334510"/>
              <a:ext cx="209926" cy="113358"/>
            </a:xfrm>
            <a:custGeom>
              <a:avLst/>
              <a:gdLst/>
              <a:ahLst/>
              <a:cxnLst/>
              <a:rect l="l" t="t" r="r" b="b"/>
              <a:pathLst>
                <a:path w="209926" h="113358">
                  <a:moveTo>
                    <a:pt x="209926" y="35583"/>
                  </a:moveTo>
                  <a:lnTo>
                    <a:pt x="144016" y="113358"/>
                  </a:lnTo>
                  <a:lnTo>
                    <a:pt x="0" y="77759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6" name="Polygon 1276"/>
            <p:cNvSpPr/>
            <p:nvPr/>
          </p:nvSpPr>
          <p:spPr>
            <a:xfrm>
              <a:off x="7621534" y="5343669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10"/>
                  </a:moveTo>
                  <a:lnTo>
                    <a:pt x="144016" y="113422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7" name="Polygon 1277"/>
            <p:cNvSpPr/>
            <p:nvPr/>
          </p:nvSpPr>
          <p:spPr>
            <a:xfrm>
              <a:off x="7267592" y="5350257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8" name="Polygon 1278"/>
            <p:cNvSpPr/>
            <p:nvPr/>
          </p:nvSpPr>
          <p:spPr>
            <a:xfrm>
              <a:off x="6913650" y="5356850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07"/>
                  </a:moveTo>
                  <a:lnTo>
                    <a:pt x="144016" y="113420"/>
                  </a:lnTo>
                  <a:lnTo>
                    <a:pt x="0" y="77812"/>
                  </a:lnTo>
                  <a:lnTo>
                    <a:pt x="65909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79" name="Polygon 1279"/>
            <p:cNvSpPr/>
            <p:nvPr/>
          </p:nvSpPr>
          <p:spPr>
            <a:xfrm>
              <a:off x="6559707" y="5363469"/>
              <a:ext cx="209926" cy="113398"/>
            </a:xfrm>
            <a:custGeom>
              <a:avLst/>
              <a:gdLst/>
              <a:ahLst/>
              <a:cxnLst/>
              <a:rect l="l" t="t" r="r" b="b"/>
              <a:pathLst>
                <a:path w="209926" h="113398">
                  <a:moveTo>
                    <a:pt x="209926" y="35591"/>
                  </a:moveTo>
                  <a:lnTo>
                    <a:pt x="144016" y="113398"/>
                  </a:lnTo>
                  <a:lnTo>
                    <a:pt x="0" y="7779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0" name="Polygon 1280"/>
            <p:cNvSpPr/>
            <p:nvPr/>
          </p:nvSpPr>
          <p:spPr>
            <a:xfrm>
              <a:off x="6205764" y="5370092"/>
              <a:ext cx="209926" cy="113374"/>
            </a:xfrm>
            <a:custGeom>
              <a:avLst/>
              <a:gdLst/>
              <a:ahLst/>
              <a:cxnLst/>
              <a:rect l="l" t="t" r="r" b="b"/>
              <a:pathLst>
                <a:path w="209926" h="113374">
                  <a:moveTo>
                    <a:pt x="209926" y="35583"/>
                  </a:moveTo>
                  <a:lnTo>
                    <a:pt x="144016" y="113374"/>
                  </a:lnTo>
                  <a:lnTo>
                    <a:pt x="0" y="77775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1" name="Polygon 1281"/>
            <p:cNvSpPr/>
            <p:nvPr/>
          </p:nvSpPr>
          <p:spPr>
            <a:xfrm>
              <a:off x="7411608" y="5385868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1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2" name="Polygon 1282"/>
            <p:cNvSpPr/>
            <p:nvPr/>
          </p:nvSpPr>
          <p:spPr>
            <a:xfrm>
              <a:off x="7057666" y="5392458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0"/>
                  </a:moveTo>
                  <a:lnTo>
                    <a:pt x="144016" y="113423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3" name="Polygon 1283"/>
            <p:cNvSpPr/>
            <p:nvPr/>
          </p:nvSpPr>
          <p:spPr>
            <a:xfrm>
              <a:off x="6703723" y="5399061"/>
              <a:ext cx="209927" cy="113412"/>
            </a:xfrm>
            <a:custGeom>
              <a:avLst/>
              <a:gdLst/>
              <a:ahLst/>
              <a:cxnLst/>
              <a:rect l="l" t="t" r="r" b="b"/>
              <a:pathLst>
                <a:path w="209927" h="113412">
                  <a:moveTo>
                    <a:pt x="209927" y="35602"/>
                  </a:moveTo>
                  <a:lnTo>
                    <a:pt x="144017" y="113412"/>
                  </a:lnTo>
                  <a:lnTo>
                    <a:pt x="0" y="77807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4" name="Polygon 1284"/>
            <p:cNvSpPr/>
            <p:nvPr/>
          </p:nvSpPr>
          <p:spPr>
            <a:xfrm>
              <a:off x="6349780" y="5405676"/>
              <a:ext cx="209926" cy="113393"/>
            </a:xfrm>
            <a:custGeom>
              <a:avLst/>
              <a:gdLst/>
              <a:ahLst/>
              <a:cxnLst/>
              <a:rect l="l" t="t" r="r" b="b"/>
              <a:pathLst>
                <a:path w="209926" h="113393">
                  <a:moveTo>
                    <a:pt x="209926" y="35591"/>
                  </a:moveTo>
                  <a:lnTo>
                    <a:pt x="144016" y="113393"/>
                  </a:lnTo>
                  <a:lnTo>
                    <a:pt x="0" y="7779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5" name="Polygon 1285"/>
            <p:cNvSpPr/>
            <p:nvPr/>
          </p:nvSpPr>
          <p:spPr>
            <a:xfrm>
              <a:off x="7555624" y="542148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6" name="Polygon 1286"/>
            <p:cNvSpPr/>
            <p:nvPr/>
          </p:nvSpPr>
          <p:spPr>
            <a:xfrm>
              <a:off x="7201682" y="5428068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7" name="Polygon 1287"/>
            <p:cNvSpPr/>
            <p:nvPr/>
          </p:nvSpPr>
          <p:spPr>
            <a:xfrm>
              <a:off x="6847740" y="5434662"/>
              <a:ext cx="209926" cy="113420"/>
            </a:xfrm>
            <a:custGeom>
              <a:avLst/>
              <a:gdLst/>
              <a:ahLst/>
              <a:cxnLst/>
              <a:rect l="l" t="t" r="r" b="b"/>
              <a:pathLst>
                <a:path w="209926" h="113420">
                  <a:moveTo>
                    <a:pt x="209926" y="35608"/>
                  </a:moveTo>
                  <a:lnTo>
                    <a:pt x="144016" y="113420"/>
                  </a:lnTo>
                  <a:lnTo>
                    <a:pt x="0" y="77811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8" name="Polygon 1288"/>
            <p:cNvSpPr/>
            <p:nvPr/>
          </p:nvSpPr>
          <p:spPr>
            <a:xfrm>
              <a:off x="6493796" y="5441267"/>
              <a:ext cx="209926" cy="113408"/>
            </a:xfrm>
            <a:custGeom>
              <a:avLst/>
              <a:gdLst/>
              <a:ahLst/>
              <a:cxnLst/>
              <a:rect l="l" t="t" r="r" b="b"/>
              <a:pathLst>
                <a:path w="209926" h="113408">
                  <a:moveTo>
                    <a:pt x="209926" y="35601"/>
                  </a:moveTo>
                  <a:lnTo>
                    <a:pt x="144016" y="113408"/>
                  </a:lnTo>
                  <a:lnTo>
                    <a:pt x="0" y="7780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89" name="Polygon 1289"/>
            <p:cNvSpPr/>
            <p:nvPr/>
          </p:nvSpPr>
          <p:spPr>
            <a:xfrm>
              <a:off x="7345698" y="5463680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0" name="Polygon 1290"/>
            <p:cNvSpPr/>
            <p:nvPr/>
          </p:nvSpPr>
          <p:spPr>
            <a:xfrm>
              <a:off x="6991756" y="5470270"/>
              <a:ext cx="209926" cy="113423"/>
            </a:xfrm>
            <a:custGeom>
              <a:avLst/>
              <a:gdLst/>
              <a:ahLst/>
              <a:cxnLst/>
              <a:rect l="l" t="t" r="r" b="b"/>
              <a:pathLst>
                <a:path w="209926" h="113423">
                  <a:moveTo>
                    <a:pt x="209926" y="35610"/>
                  </a:moveTo>
                  <a:lnTo>
                    <a:pt x="144016" y="113423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1" name="Polygon 1291"/>
            <p:cNvSpPr/>
            <p:nvPr/>
          </p:nvSpPr>
          <p:spPr>
            <a:xfrm>
              <a:off x="6637812" y="5476867"/>
              <a:ext cx="209927" cy="113417"/>
            </a:xfrm>
            <a:custGeom>
              <a:avLst/>
              <a:gdLst/>
              <a:ahLst/>
              <a:cxnLst/>
              <a:rect l="l" t="t" r="r" b="b"/>
              <a:pathLst>
                <a:path w="209927" h="113417">
                  <a:moveTo>
                    <a:pt x="209927" y="35605"/>
                  </a:moveTo>
                  <a:lnTo>
                    <a:pt x="144017" y="113417"/>
                  </a:lnTo>
                  <a:lnTo>
                    <a:pt x="0" y="77808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2" name="Polygon 1292"/>
            <p:cNvSpPr/>
            <p:nvPr/>
          </p:nvSpPr>
          <p:spPr>
            <a:xfrm>
              <a:off x="7489714" y="5499291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2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3" name="Polygon 1293"/>
            <p:cNvSpPr/>
            <p:nvPr/>
          </p:nvSpPr>
          <p:spPr>
            <a:xfrm>
              <a:off x="7135772" y="5505881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4" name="Polygon 1294"/>
            <p:cNvSpPr/>
            <p:nvPr/>
          </p:nvSpPr>
          <p:spPr>
            <a:xfrm>
              <a:off x="6781830" y="5512473"/>
              <a:ext cx="209926" cy="113422"/>
            </a:xfrm>
            <a:custGeom>
              <a:avLst/>
              <a:gdLst/>
              <a:ahLst/>
              <a:cxnLst/>
              <a:rect l="l" t="t" r="r" b="b"/>
              <a:pathLst>
                <a:path w="209926" h="113422">
                  <a:moveTo>
                    <a:pt x="209926" y="35609"/>
                  </a:moveTo>
                  <a:lnTo>
                    <a:pt x="144016" y="113422"/>
                  </a:lnTo>
                  <a:lnTo>
                    <a:pt x="0" y="77812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5" name="Polygon 1295"/>
            <p:cNvSpPr/>
            <p:nvPr/>
          </p:nvSpPr>
          <p:spPr>
            <a:xfrm>
              <a:off x="7279788" y="5541492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2"/>
                  </a:moveTo>
                  <a:lnTo>
                    <a:pt x="144016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6" name="Polygon 1296"/>
            <p:cNvSpPr/>
            <p:nvPr/>
          </p:nvSpPr>
          <p:spPr>
            <a:xfrm>
              <a:off x="6925846" y="5548082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7" name="Polygon 1297"/>
            <p:cNvSpPr/>
            <p:nvPr/>
          </p:nvSpPr>
          <p:spPr>
            <a:xfrm>
              <a:off x="7423804" y="5577104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8" name="Polygon 1298"/>
            <p:cNvSpPr/>
            <p:nvPr/>
          </p:nvSpPr>
          <p:spPr>
            <a:xfrm>
              <a:off x="7069862" y="5583693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299" name="Polygon 1299"/>
            <p:cNvSpPr/>
            <p:nvPr/>
          </p:nvSpPr>
          <p:spPr>
            <a:xfrm>
              <a:off x="7213878" y="5619304"/>
              <a:ext cx="209926" cy="113425"/>
            </a:xfrm>
            <a:custGeom>
              <a:avLst/>
              <a:gdLst/>
              <a:ahLst/>
              <a:cxnLst/>
              <a:rect l="l" t="t" r="r" b="b"/>
              <a:pathLst>
                <a:path w="209926" h="113425">
                  <a:moveTo>
                    <a:pt x="209926" y="35612"/>
                  </a:moveTo>
                  <a:lnTo>
                    <a:pt x="144016" y="113425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00" name="Polygon 1300"/>
            <p:cNvSpPr/>
            <p:nvPr/>
          </p:nvSpPr>
          <p:spPr>
            <a:xfrm>
              <a:off x="7357894" y="5654916"/>
              <a:ext cx="209926" cy="113424"/>
            </a:xfrm>
            <a:custGeom>
              <a:avLst/>
              <a:gdLst/>
              <a:ahLst/>
              <a:cxnLst/>
              <a:rect l="l" t="t" r="r" b="b"/>
              <a:pathLst>
                <a:path w="209926" h="113424">
                  <a:moveTo>
                    <a:pt x="209926" y="35611"/>
                  </a:moveTo>
                  <a:lnTo>
                    <a:pt x="144016" y="113424"/>
                  </a:lnTo>
                  <a:lnTo>
                    <a:pt x="0" y="77813"/>
                  </a:lnTo>
                  <a:lnTo>
                    <a:pt x="65910" y="0"/>
                  </a:lnTo>
                  <a:close/>
                </a:path>
              </a:pathLst>
            </a:custGeom>
            <a:solidFill>
              <a:srgbClr val="51059B">
                <a:alpha val="92000"/>
              </a:srgbClr>
            </a:solidFill>
            <a:ln w="4286">
              <a:solidFill>
                <a:srgbClr val="0F172A">
                  <a:alpha val="20000"/>
                </a:srgbClr>
              </a:solidFill>
            </a:ln>
          </p:spPr>
        </p:sp>
        <p:sp>
          <p:nvSpPr>
            <p:cNvPr id="1301" name="Polyline 1301"/>
            <p:cNvSpPr/>
            <p:nvPr/>
          </p:nvSpPr>
          <p:spPr>
            <a:xfrm>
              <a:off x="7501910" y="2967097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13"/>
                  </a:lnTo>
                  <a:lnTo>
                    <a:pt x="2240945" y="155624"/>
                  </a:lnTo>
                  <a:lnTo>
                    <a:pt x="2175035" y="233437"/>
                  </a:lnTo>
                  <a:lnTo>
                    <a:pt x="2109125" y="311249"/>
                  </a:lnTo>
                  <a:lnTo>
                    <a:pt x="2043214" y="389063"/>
                  </a:lnTo>
                  <a:lnTo>
                    <a:pt x="1977304" y="466877"/>
                  </a:lnTo>
                  <a:lnTo>
                    <a:pt x="1911394" y="544695"/>
                  </a:lnTo>
                  <a:lnTo>
                    <a:pt x="1845484" y="622516"/>
                  </a:lnTo>
                  <a:lnTo>
                    <a:pt x="1779574" y="700341"/>
                  </a:lnTo>
                  <a:lnTo>
                    <a:pt x="1713664" y="778166"/>
                  </a:lnTo>
                  <a:lnTo>
                    <a:pt x="1647754" y="855986"/>
                  </a:lnTo>
                  <a:lnTo>
                    <a:pt x="1581843" y="933791"/>
                  </a:lnTo>
                  <a:lnTo>
                    <a:pt x="1515933" y="1011574"/>
                  </a:lnTo>
                  <a:lnTo>
                    <a:pt x="1450023" y="1089329"/>
                  </a:lnTo>
                  <a:lnTo>
                    <a:pt x="1384113" y="1167065"/>
                  </a:lnTo>
                  <a:lnTo>
                    <a:pt x="1318203" y="1244797"/>
                  </a:lnTo>
                  <a:lnTo>
                    <a:pt x="1252293" y="1322548"/>
                  </a:lnTo>
                  <a:lnTo>
                    <a:pt x="1186383" y="1400338"/>
                  </a:lnTo>
                  <a:lnTo>
                    <a:pt x="1120472" y="1478172"/>
                  </a:lnTo>
                  <a:lnTo>
                    <a:pt x="1054562" y="1556047"/>
                  </a:lnTo>
                  <a:lnTo>
                    <a:pt x="988652" y="1633939"/>
                  </a:lnTo>
                  <a:lnTo>
                    <a:pt x="922742" y="1711828"/>
                  </a:lnTo>
                  <a:lnTo>
                    <a:pt x="856832" y="1789697"/>
                  </a:lnTo>
                  <a:lnTo>
                    <a:pt x="790922" y="1867539"/>
                  </a:lnTo>
                  <a:lnTo>
                    <a:pt x="725012" y="1945358"/>
                  </a:lnTo>
                  <a:lnTo>
                    <a:pt x="659101" y="2023163"/>
                  </a:lnTo>
                  <a:lnTo>
                    <a:pt x="593191" y="2100963"/>
                  </a:lnTo>
                  <a:lnTo>
                    <a:pt x="527281" y="2178762"/>
                  </a:lnTo>
                  <a:lnTo>
                    <a:pt x="461371" y="2256566"/>
                  </a:lnTo>
                  <a:lnTo>
                    <a:pt x="395461" y="2334373"/>
                  </a:lnTo>
                  <a:lnTo>
                    <a:pt x="329551" y="2412182"/>
                  </a:lnTo>
                  <a:lnTo>
                    <a:pt x="263641" y="2489994"/>
                  </a:lnTo>
                  <a:lnTo>
                    <a:pt x="197730" y="2567807"/>
                  </a:lnTo>
                  <a:lnTo>
                    <a:pt x="131820" y="2645618"/>
                  </a:lnTo>
                  <a:lnTo>
                    <a:pt x="65910" y="2723431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2" name="Polyline 1302"/>
            <p:cNvSpPr/>
            <p:nvPr/>
          </p:nvSpPr>
          <p:spPr>
            <a:xfrm>
              <a:off x="7069862" y="2860262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12"/>
                  </a:lnTo>
                  <a:lnTo>
                    <a:pt x="2240945" y="155624"/>
                  </a:lnTo>
                  <a:lnTo>
                    <a:pt x="2175035" y="233436"/>
                  </a:lnTo>
                  <a:lnTo>
                    <a:pt x="2109125" y="311249"/>
                  </a:lnTo>
                  <a:lnTo>
                    <a:pt x="2043214" y="389066"/>
                  </a:lnTo>
                  <a:lnTo>
                    <a:pt x="1977304" y="466890"/>
                  </a:lnTo>
                  <a:lnTo>
                    <a:pt x="1911394" y="544726"/>
                  </a:lnTo>
                  <a:lnTo>
                    <a:pt x="1845484" y="622579"/>
                  </a:lnTo>
                  <a:lnTo>
                    <a:pt x="1779574" y="700448"/>
                  </a:lnTo>
                  <a:lnTo>
                    <a:pt x="1713664" y="778321"/>
                  </a:lnTo>
                  <a:lnTo>
                    <a:pt x="1647754" y="856168"/>
                  </a:lnTo>
                  <a:lnTo>
                    <a:pt x="1581843" y="933949"/>
                  </a:lnTo>
                  <a:lnTo>
                    <a:pt x="1515933" y="1011623"/>
                  </a:lnTo>
                  <a:lnTo>
                    <a:pt x="1450023" y="1089174"/>
                  </a:lnTo>
                  <a:lnTo>
                    <a:pt x="1384113" y="1166632"/>
                  </a:lnTo>
                  <a:lnTo>
                    <a:pt x="1318203" y="1244074"/>
                  </a:lnTo>
                  <a:lnTo>
                    <a:pt x="1252293" y="1321602"/>
                  </a:lnTo>
                  <a:lnTo>
                    <a:pt x="1186383" y="1399308"/>
                  </a:lnTo>
                  <a:lnTo>
                    <a:pt x="1120472" y="1477227"/>
                  </a:lnTo>
                  <a:lnTo>
                    <a:pt x="1054562" y="1555323"/>
                  </a:lnTo>
                  <a:lnTo>
                    <a:pt x="988652" y="1633506"/>
                  </a:lnTo>
                  <a:lnTo>
                    <a:pt x="922742" y="1711673"/>
                  </a:lnTo>
                  <a:lnTo>
                    <a:pt x="856832" y="1789747"/>
                  </a:lnTo>
                  <a:lnTo>
                    <a:pt x="790922" y="1867697"/>
                  </a:lnTo>
                  <a:lnTo>
                    <a:pt x="725012" y="1945540"/>
                  </a:lnTo>
                  <a:lnTo>
                    <a:pt x="659101" y="2023318"/>
                  </a:lnTo>
                  <a:lnTo>
                    <a:pt x="593191" y="2101070"/>
                  </a:lnTo>
                  <a:lnTo>
                    <a:pt x="527281" y="2178826"/>
                  </a:lnTo>
                  <a:lnTo>
                    <a:pt x="461371" y="2256596"/>
                  </a:lnTo>
                  <a:lnTo>
                    <a:pt x="395461" y="2334385"/>
                  </a:lnTo>
                  <a:lnTo>
                    <a:pt x="329551" y="2412186"/>
                  </a:lnTo>
                  <a:lnTo>
                    <a:pt x="263641" y="2489995"/>
                  </a:lnTo>
                  <a:lnTo>
                    <a:pt x="197730" y="2567806"/>
                  </a:lnTo>
                  <a:lnTo>
                    <a:pt x="131820" y="2645618"/>
                  </a:lnTo>
                  <a:lnTo>
                    <a:pt x="65910" y="2723431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3" name="Polyline 1303"/>
            <p:cNvSpPr/>
            <p:nvPr/>
          </p:nvSpPr>
          <p:spPr>
            <a:xfrm>
              <a:off x="6637812" y="2753432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16"/>
                  </a:lnTo>
                  <a:lnTo>
                    <a:pt x="2240945" y="155635"/>
                  </a:lnTo>
                  <a:lnTo>
                    <a:pt x="2175035" y="233449"/>
                  </a:lnTo>
                  <a:lnTo>
                    <a:pt x="2109125" y="311240"/>
                  </a:lnTo>
                  <a:lnTo>
                    <a:pt x="2043214" y="388961"/>
                  </a:lnTo>
                  <a:lnTo>
                    <a:pt x="1977304" y="466527"/>
                  </a:lnTo>
                  <a:lnTo>
                    <a:pt x="1911394" y="543820"/>
                  </a:lnTo>
                  <a:lnTo>
                    <a:pt x="1845484" y="620742"/>
                  </a:lnTo>
                  <a:lnTo>
                    <a:pt x="1779574" y="697311"/>
                  </a:lnTo>
                  <a:lnTo>
                    <a:pt x="1713664" y="773802"/>
                  </a:lnTo>
                  <a:lnTo>
                    <a:pt x="1647754" y="850845"/>
                  </a:lnTo>
                  <a:lnTo>
                    <a:pt x="1581843" y="929348"/>
                  </a:lnTo>
                  <a:lnTo>
                    <a:pt x="1515933" y="1010183"/>
                  </a:lnTo>
                  <a:lnTo>
                    <a:pt x="1450023" y="1093701"/>
                  </a:lnTo>
                  <a:lnTo>
                    <a:pt x="1384113" y="1179266"/>
                  </a:lnTo>
                  <a:lnTo>
                    <a:pt x="1318203" y="1265191"/>
                  </a:lnTo>
                  <a:lnTo>
                    <a:pt x="1252293" y="1349201"/>
                  </a:lnTo>
                  <a:lnTo>
                    <a:pt x="1186383" y="1429338"/>
                  </a:lnTo>
                  <a:lnTo>
                    <a:pt x="1120472" y="1504826"/>
                  </a:lnTo>
                  <a:lnTo>
                    <a:pt x="1054562" y="1576440"/>
                  </a:lnTo>
                  <a:lnTo>
                    <a:pt x="988652" y="1646140"/>
                  </a:lnTo>
                  <a:lnTo>
                    <a:pt x="922742" y="1716199"/>
                  </a:lnTo>
                  <a:lnTo>
                    <a:pt x="856832" y="1788307"/>
                  </a:lnTo>
                  <a:lnTo>
                    <a:pt x="790922" y="1863096"/>
                  </a:lnTo>
                  <a:lnTo>
                    <a:pt x="725012" y="1940219"/>
                  </a:lnTo>
                  <a:lnTo>
                    <a:pt x="659101" y="2018800"/>
                  </a:lnTo>
                  <a:lnTo>
                    <a:pt x="593191" y="2097933"/>
                  </a:lnTo>
                  <a:lnTo>
                    <a:pt x="527281" y="2176988"/>
                  </a:lnTo>
                  <a:lnTo>
                    <a:pt x="461371" y="2255691"/>
                  </a:lnTo>
                  <a:lnTo>
                    <a:pt x="395461" y="2334022"/>
                  </a:lnTo>
                  <a:lnTo>
                    <a:pt x="329551" y="2412081"/>
                  </a:lnTo>
                  <a:lnTo>
                    <a:pt x="263641" y="2489985"/>
                  </a:lnTo>
                  <a:lnTo>
                    <a:pt x="197730" y="2567819"/>
                  </a:lnTo>
                  <a:lnTo>
                    <a:pt x="131820" y="2645629"/>
                  </a:lnTo>
                  <a:lnTo>
                    <a:pt x="65910" y="2723436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4" name="Polyline 1304"/>
            <p:cNvSpPr/>
            <p:nvPr/>
          </p:nvSpPr>
          <p:spPr>
            <a:xfrm>
              <a:off x="6205764" y="2646623"/>
              <a:ext cx="2372764" cy="2801244"/>
            </a:xfrm>
            <a:custGeom>
              <a:avLst/>
              <a:gdLst/>
              <a:ahLst/>
              <a:cxnLst/>
              <a:rect l="l" t="t" r="r" b="b"/>
              <a:pathLst>
                <a:path w="2372764" h="2801244">
                  <a:moveTo>
                    <a:pt x="2372764" y="0"/>
                  </a:moveTo>
                  <a:lnTo>
                    <a:pt x="2306854" y="77850"/>
                  </a:lnTo>
                  <a:lnTo>
                    <a:pt x="2240944" y="155715"/>
                  </a:lnTo>
                  <a:lnTo>
                    <a:pt x="2175034" y="233544"/>
                  </a:lnTo>
                  <a:lnTo>
                    <a:pt x="2109124" y="311170"/>
                  </a:lnTo>
                  <a:lnTo>
                    <a:pt x="2043213" y="388186"/>
                  </a:lnTo>
                  <a:lnTo>
                    <a:pt x="1977303" y="463847"/>
                  </a:lnTo>
                  <a:lnTo>
                    <a:pt x="1911394" y="537142"/>
                  </a:lnTo>
                  <a:lnTo>
                    <a:pt x="1845484" y="607191"/>
                  </a:lnTo>
                  <a:lnTo>
                    <a:pt x="1779574" y="674162"/>
                  </a:lnTo>
                  <a:lnTo>
                    <a:pt x="1713664" y="740470"/>
                  </a:lnTo>
                  <a:lnTo>
                    <a:pt x="1647754" y="811577"/>
                  </a:lnTo>
                  <a:lnTo>
                    <a:pt x="1581843" y="895398"/>
                  </a:lnTo>
                  <a:lnTo>
                    <a:pt x="1515933" y="999566"/>
                  </a:lnTo>
                  <a:lnTo>
                    <a:pt x="1450023" y="1127098"/>
                  </a:lnTo>
                  <a:lnTo>
                    <a:pt x="1384113" y="1272485"/>
                  </a:lnTo>
                  <a:lnTo>
                    <a:pt x="1318203" y="1421000"/>
                  </a:lnTo>
                  <a:lnTo>
                    <a:pt x="1252293" y="1552837"/>
                  </a:lnTo>
                  <a:lnTo>
                    <a:pt x="1186383" y="1650907"/>
                  </a:lnTo>
                  <a:lnTo>
                    <a:pt x="1120472" y="1708461"/>
                  </a:lnTo>
                  <a:lnTo>
                    <a:pt x="1054562" y="1732249"/>
                  </a:lnTo>
                  <a:lnTo>
                    <a:pt x="988652" y="1739359"/>
                  </a:lnTo>
                  <a:lnTo>
                    <a:pt x="922742" y="1749597"/>
                  </a:lnTo>
                  <a:lnTo>
                    <a:pt x="856832" y="1777689"/>
                  </a:lnTo>
                  <a:lnTo>
                    <a:pt x="790922" y="1829146"/>
                  </a:lnTo>
                  <a:lnTo>
                    <a:pt x="725012" y="1900950"/>
                  </a:lnTo>
                  <a:lnTo>
                    <a:pt x="659101" y="1985467"/>
                  </a:lnTo>
                  <a:lnTo>
                    <a:pt x="593191" y="2074784"/>
                  </a:lnTo>
                  <a:lnTo>
                    <a:pt x="527281" y="2163437"/>
                  </a:lnTo>
                  <a:lnTo>
                    <a:pt x="461371" y="2249013"/>
                  </a:lnTo>
                  <a:lnTo>
                    <a:pt x="395461" y="2331344"/>
                  </a:lnTo>
                  <a:lnTo>
                    <a:pt x="329551" y="2411305"/>
                  </a:lnTo>
                  <a:lnTo>
                    <a:pt x="263641" y="2489916"/>
                  </a:lnTo>
                  <a:lnTo>
                    <a:pt x="197730" y="2567914"/>
                  </a:lnTo>
                  <a:lnTo>
                    <a:pt x="131820" y="2645709"/>
                  </a:lnTo>
                  <a:lnTo>
                    <a:pt x="65910" y="2723469"/>
                  </a:lnTo>
                  <a:lnTo>
                    <a:pt x="0" y="2801244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5" name="Polyline 1305"/>
            <p:cNvSpPr/>
            <p:nvPr/>
          </p:nvSpPr>
          <p:spPr>
            <a:xfrm>
              <a:off x="5773715" y="2539803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67"/>
                  </a:lnTo>
                  <a:lnTo>
                    <a:pt x="2240945" y="155756"/>
                  </a:lnTo>
                  <a:lnTo>
                    <a:pt x="2175035" y="233595"/>
                  </a:lnTo>
                  <a:lnTo>
                    <a:pt x="2109125" y="311133"/>
                  </a:lnTo>
                  <a:lnTo>
                    <a:pt x="2043214" y="387775"/>
                  </a:lnTo>
                  <a:lnTo>
                    <a:pt x="1977304" y="462434"/>
                  </a:lnTo>
                  <a:lnTo>
                    <a:pt x="1911394" y="533617"/>
                  </a:lnTo>
                  <a:lnTo>
                    <a:pt x="1845484" y="600039"/>
                  </a:lnTo>
                  <a:lnTo>
                    <a:pt x="1779574" y="661947"/>
                  </a:lnTo>
                  <a:lnTo>
                    <a:pt x="1713664" y="722878"/>
                  </a:lnTo>
                  <a:lnTo>
                    <a:pt x="1647754" y="790853"/>
                  </a:lnTo>
                  <a:lnTo>
                    <a:pt x="1581843" y="877480"/>
                  </a:lnTo>
                  <a:lnTo>
                    <a:pt x="1515933" y="993962"/>
                  </a:lnTo>
                  <a:lnTo>
                    <a:pt x="1450023" y="1144722"/>
                  </a:lnTo>
                  <a:lnTo>
                    <a:pt x="1384113" y="1321679"/>
                  </a:lnTo>
                  <a:lnTo>
                    <a:pt x="1318203" y="1503224"/>
                  </a:lnTo>
                  <a:lnTo>
                    <a:pt x="1252293" y="1660300"/>
                  </a:lnTo>
                  <a:lnTo>
                    <a:pt x="1186383" y="1767834"/>
                  </a:lnTo>
                  <a:lnTo>
                    <a:pt x="1120472" y="1815925"/>
                  </a:lnTo>
                  <a:lnTo>
                    <a:pt x="1054562" y="1814473"/>
                  </a:lnTo>
                  <a:lnTo>
                    <a:pt x="988652" y="1788552"/>
                  </a:lnTo>
                  <a:lnTo>
                    <a:pt x="922742" y="1767221"/>
                  </a:lnTo>
                  <a:lnTo>
                    <a:pt x="856832" y="1772085"/>
                  </a:lnTo>
                  <a:lnTo>
                    <a:pt x="790922" y="1811228"/>
                  </a:lnTo>
                  <a:lnTo>
                    <a:pt x="725012" y="1880225"/>
                  </a:lnTo>
                  <a:lnTo>
                    <a:pt x="659101" y="1967875"/>
                  </a:lnTo>
                  <a:lnTo>
                    <a:pt x="593191" y="2062568"/>
                  </a:lnTo>
                  <a:lnTo>
                    <a:pt x="527281" y="2156286"/>
                  </a:lnTo>
                  <a:lnTo>
                    <a:pt x="461371" y="2245488"/>
                  </a:lnTo>
                  <a:lnTo>
                    <a:pt x="395461" y="2329929"/>
                  </a:lnTo>
                  <a:lnTo>
                    <a:pt x="329551" y="2410896"/>
                  </a:lnTo>
                  <a:lnTo>
                    <a:pt x="263641" y="2489878"/>
                  </a:lnTo>
                  <a:lnTo>
                    <a:pt x="197730" y="2567964"/>
                  </a:lnTo>
                  <a:lnTo>
                    <a:pt x="131820" y="2645750"/>
                  </a:lnTo>
                  <a:lnTo>
                    <a:pt x="65910" y="2723485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6" name="Polyline 1306"/>
            <p:cNvSpPr/>
            <p:nvPr/>
          </p:nvSpPr>
          <p:spPr>
            <a:xfrm>
              <a:off x="5341667" y="2432806"/>
              <a:ext cx="2372764" cy="2801243"/>
            </a:xfrm>
            <a:custGeom>
              <a:avLst/>
              <a:gdLst/>
              <a:ahLst/>
              <a:cxnLst/>
              <a:rect l="l" t="t" r="r" b="b"/>
              <a:pathLst>
                <a:path w="2372764" h="2801243">
                  <a:moveTo>
                    <a:pt x="2372764" y="0"/>
                  </a:moveTo>
                  <a:lnTo>
                    <a:pt x="2306854" y="77663"/>
                  </a:lnTo>
                  <a:lnTo>
                    <a:pt x="2240944" y="155265"/>
                  </a:lnTo>
                  <a:lnTo>
                    <a:pt x="2175034" y="233003"/>
                  </a:lnTo>
                  <a:lnTo>
                    <a:pt x="2109124" y="311568"/>
                  </a:lnTo>
                  <a:lnTo>
                    <a:pt x="2043213" y="392598"/>
                  </a:lnTo>
                  <a:lnTo>
                    <a:pt x="1977303" y="479078"/>
                  </a:lnTo>
                  <a:lnTo>
                    <a:pt x="1911393" y="575112"/>
                  </a:lnTo>
                  <a:lnTo>
                    <a:pt x="1845483" y="684231"/>
                  </a:lnTo>
                  <a:lnTo>
                    <a:pt x="1779573" y="805760"/>
                  </a:lnTo>
                  <a:lnTo>
                    <a:pt x="1713663" y="929970"/>
                  </a:lnTo>
                  <a:lnTo>
                    <a:pt x="1647753" y="1034821"/>
                  </a:lnTo>
                  <a:lnTo>
                    <a:pt x="1581842" y="1088405"/>
                  </a:lnTo>
                  <a:lnTo>
                    <a:pt x="1515932" y="1059931"/>
                  </a:lnTo>
                  <a:lnTo>
                    <a:pt x="1450022" y="937238"/>
                  </a:lnTo>
                  <a:lnTo>
                    <a:pt x="1384113" y="742544"/>
                  </a:lnTo>
                  <a:lnTo>
                    <a:pt x="1318203" y="535235"/>
                  </a:lnTo>
                  <a:lnTo>
                    <a:pt x="1252293" y="395184"/>
                  </a:lnTo>
                  <a:lnTo>
                    <a:pt x="1186383" y="391301"/>
                  </a:lnTo>
                  <a:lnTo>
                    <a:pt x="1120472" y="550809"/>
                  </a:lnTo>
                  <a:lnTo>
                    <a:pt x="1054562" y="846485"/>
                  </a:lnTo>
                  <a:lnTo>
                    <a:pt x="988652" y="1209418"/>
                  </a:lnTo>
                  <a:lnTo>
                    <a:pt x="922742" y="1559737"/>
                  </a:lnTo>
                  <a:lnTo>
                    <a:pt x="856832" y="1838054"/>
                  </a:lnTo>
                  <a:lnTo>
                    <a:pt x="790922" y="2022153"/>
                  </a:lnTo>
                  <a:lnTo>
                    <a:pt x="725012" y="2124193"/>
                  </a:lnTo>
                  <a:lnTo>
                    <a:pt x="659101" y="2174967"/>
                  </a:lnTo>
                  <a:lnTo>
                    <a:pt x="593191" y="2206381"/>
                  </a:lnTo>
                  <a:lnTo>
                    <a:pt x="527281" y="2240478"/>
                  </a:lnTo>
                  <a:lnTo>
                    <a:pt x="461371" y="2286983"/>
                  </a:lnTo>
                  <a:lnTo>
                    <a:pt x="395461" y="2346574"/>
                  </a:lnTo>
                  <a:lnTo>
                    <a:pt x="329551" y="2415718"/>
                  </a:lnTo>
                  <a:lnTo>
                    <a:pt x="263641" y="2490313"/>
                  </a:lnTo>
                  <a:lnTo>
                    <a:pt x="197730" y="2567373"/>
                  </a:lnTo>
                  <a:lnTo>
                    <a:pt x="131820" y="2645259"/>
                  </a:lnTo>
                  <a:lnTo>
                    <a:pt x="65910" y="2723282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7" name="Polyline 1307"/>
            <p:cNvSpPr/>
            <p:nvPr/>
          </p:nvSpPr>
          <p:spPr>
            <a:xfrm>
              <a:off x="4909617" y="1327785"/>
              <a:ext cx="2372765" cy="3799265"/>
            </a:xfrm>
            <a:custGeom>
              <a:avLst/>
              <a:gdLst/>
              <a:ahLst/>
              <a:cxnLst/>
              <a:rect l="l" t="t" r="r" b="b"/>
              <a:pathLst>
                <a:path w="2372765" h="3799265">
                  <a:moveTo>
                    <a:pt x="2372765" y="998022"/>
                  </a:moveTo>
                  <a:lnTo>
                    <a:pt x="2306855" y="1075480"/>
                  </a:lnTo>
                  <a:lnTo>
                    <a:pt x="2240945" y="1152792"/>
                  </a:lnTo>
                  <a:lnTo>
                    <a:pt x="2175035" y="1230430"/>
                  </a:lnTo>
                  <a:lnTo>
                    <a:pt x="2109125" y="1310029"/>
                  </a:lnTo>
                  <a:lnTo>
                    <a:pt x="2043214" y="1395487"/>
                  </a:lnTo>
                  <a:lnTo>
                    <a:pt x="1977304" y="1493900"/>
                  </a:lnTo>
                  <a:lnTo>
                    <a:pt x="1911394" y="1615014"/>
                  </a:lnTo>
                  <a:lnTo>
                    <a:pt x="1845484" y="1767228"/>
                  </a:lnTo>
                  <a:lnTo>
                    <a:pt x="1779574" y="1948932"/>
                  </a:lnTo>
                  <a:lnTo>
                    <a:pt x="1713664" y="2137008"/>
                  </a:lnTo>
                  <a:lnTo>
                    <a:pt x="1647754" y="2279077"/>
                  </a:lnTo>
                  <a:lnTo>
                    <a:pt x="1581843" y="2299310"/>
                  </a:lnTo>
                  <a:lnTo>
                    <a:pt x="1515933" y="2124535"/>
                  </a:lnTo>
                  <a:lnTo>
                    <a:pt x="1450023" y="1725849"/>
                  </a:lnTo>
                  <a:lnTo>
                    <a:pt x="1384113" y="1156051"/>
                  </a:lnTo>
                  <a:lnTo>
                    <a:pt x="1318203" y="556274"/>
                  </a:lnTo>
                  <a:lnTo>
                    <a:pt x="1252293" y="116335"/>
                  </a:lnTo>
                  <a:lnTo>
                    <a:pt x="1186383" y="0"/>
                  </a:lnTo>
                  <a:lnTo>
                    <a:pt x="1120472" y="271959"/>
                  </a:lnTo>
                  <a:lnTo>
                    <a:pt x="1054562" y="867524"/>
                  </a:lnTo>
                  <a:lnTo>
                    <a:pt x="988652" y="1622926"/>
                  </a:lnTo>
                  <a:lnTo>
                    <a:pt x="922742" y="2348348"/>
                  </a:lnTo>
                  <a:lnTo>
                    <a:pt x="856832" y="2902658"/>
                  </a:lnTo>
                  <a:lnTo>
                    <a:pt x="790922" y="3233058"/>
                  </a:lnTo>
                  <a:lnTo>
                    <a:pt x="725012" y="3368450"/>
                  </a:lnTo>
                  <a:lnTo>
                    <a:pt x="659101" y="3382005"/>
                  </a:lnTo>
                  <a:lnTo>
                    <a:pt x="593191" y="3349554"/>
                  </a:lnTo>
                  <a:lnTo>
                    <a:pt x="527281" y="3323474"/>
                  </a:lnTo>
                  <a:lnTo>
                    <a:pt x="461371" y="3326885"/>
                  </a:lnTo>
                  <a:lnTo>
                    <a:pt x="395461" y="3361395"/>
                  </a:lnTo>
                  <a:lnTo>
                    <a:pt x="329551" y="3418607"/>
                  </a:lnTo>
                  <a:lnTo>
                    <a:pt x="263641" y="3488774"/>
                  </a:lnTo>
                  <a:lnTo>
                    <a:pt x="197730" y="3564799"/>
                  </a:lnTo>
                  <a:lnTo>
                    <a:pt x="131820" y="3642787"/>
                  </a:lnTo>
                  <a:lnTo>
                    <a:pt x="65910" y="3721099"/>
                  </a:lnTo>
                  <a:lnTo>
                    <a:pt x="0" y="3799265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8" name="Polyline 1308"/>
            <p:cNvSpPr/>
            <p:nvPr/>
          </p:nvSpPr>
          <p:spPr>
            <a:xfrm>
              <a:off x="4477569" y="2219137"/>
              <a:ext cx="2372764" cy="2801243"/>
            </a:xfrm>
            <a:custGeom>
              <a:avLst/>
              <a:gdLst/>
              <a:ahLst/>
              <a:cxnLst/>
              <a:rect l="l" t="t" r="r" b="b"/>
              <a:pathLst>
                <a:path w="2372764" h="2801243">
                  <a:moveTo>
                    <a:pt x="2372764" y="0"/>
                  </a:moveTo>
                  <a:lnTo>
                    <a:pt x="2306854" y="77663"/>
                  </a:lnTo>
                  <a:lnTo>
                    <a:pt x="2240944" y="155265"/>
                  </a:lnTo>
                  <a:lnTo>
                    <a:pt x="2175034" y="233004"/>
                  </a:lnTo>
                  <a:lnTo>
                    <a:pt x="2109124" y="311568"/>
                  </a:lnTo>
                  <a:lnTo>
                    <a:pt x="2043213" y="392598"/>
                  </a:lnTo>
                  <a:lnTo>
                    <a:pt x="1977303" y="479079"/>
                  </a:lnTo>
                  <a:lnTo>
                    <a:pt x="1911393" y="575112"/>
                  </a:lnTo>
                  <a:lnTo>
                    <a:pt x="1845483" y="684231"/>
                  </a:lnTo>
                  <a:lnTo>
                    <a:pt x="1779573" y="805760"/>
                  </a:lnTo>
                  <a:lnTo>
                    <a:pt x="1713663" y="929970"/>
                  </a:lnTo>
                  <a:lnTo>
                    <a:pt x="1647753" y="1034821"/>
                  </a:lnTo>
                  <a:lnTo>
                    <a:pt x="1581842" y="1088405"/>
                  </a:lnTo>
                  <a:lnTo>
                    <a:pt x="1515932" y="1059931"/>
                  </a:lnTo>
                  <a:lnTo>
                    <a:pt x="1450022" y="937239"/>
                  </a:lnTo>
                  <a:lnTo>
                    <a:pt x="1384112" y="742544"/>
                  </a:lnTo>
                  <a:lnTo>
                    <a:pt x="1318202" y="535235"/>
                  </a:lnTo>
                  <a:lnTo>
                    <a:pt x="1252292" y="395184"/>
                  </a:lnTo>
                  <a:lnTo>
                    <a:pt x="1186382" y="391301"/>
                  </a:lnTo>
                  <a:lnTo>
                    <a:pt x="1120471" y="550809"/>
                  </a:lnTo>
                  <a:lnTo>
                    <a:pt x="1054561" y="846485"/>
                  </a:lnTo>
                  <a:lnTo>
                    <a:pt x="988651" y="1209419"/>
                  </a:lnTo>
                  <a:lnTo>
                    <a:pt x="922742" y="1559738"/>
                  </a:lnTo>
                  <a:lnTo>
                    <a:pt x="856832" y="1838054"/>
                  </a:lnTo>
                  <a:lnTo>
                    <a:pt x="790922" y="2022153"/>
                  </a:lnTo>
                  <a:lnTo>
                    <a:pt x="725012" y="2124193"/>
                  </a:lnTo>
                  <a:lnTo>
                    <a:pt x="659101" y="2174967"/>
                  </a:lnTo>
                  <a:lnTo>
                    <a:pt x="593191" y="2206381"/>
                  </a:lnTo>
                  <a:lnTo>
                    <a:pt x="527281" y="2240478"/>
                  </a:lnTo>
                  <a:lnTo>
                    <a:pt x="461371" y="2286983"/>
                  </a:lnTo>
                  <a:lnTo>
                    <a:pt x="395461" y="2346574"/>
                  </a:lnTo>
                  <a:lnTo>
                    <a:pt x="329551" y="2415718"/>
                  </a:lnTo>
                  <a:lnTo>
                    <a:pt x="263641" y="2490313"/>
                  </a:lnTo>
                  <a:lnTo>
                    <a:pt x="197730" y="2567373"/>
                  </a:lnTo>
                  <a:lnTo>
                    <a:pt x="131820" y="2645259"/>
                  </a:lnTo>
                  <a:lnTo>
                    <a:pt x="65910" y="2723282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09" name="Polyline 1309"/>
            <p:cNvSpPr/>
            <p:nvPr/>
          </p:nvSpPr>
          <p:spPr>
            <a:xfrm>
              <a:off x="4045520" y="2112467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66"/>
                  </a:lnTo>
                  <a:lnTo>
                    <a:pt x="2240945" y="155755"/>
                  </a:lnTo>
                  <a:lnTo>
                    <a:pt x="2175035" y="233594"/>
                  </a:lnTo>
                  <a:lnTo>
                    <a:pt x="2109125" y="311133"/>
                  </a:lnTo>
                  <a:lnTo>
                    <a:pt x="2043214" y="387775"/>
                  </a:lnTo>
                  <a:lnTo>
                    <a:pt x="1977304" y="462433"/>
                  </a:lnTo>
                  <a:lnTo>
                    <a:pt x="1911394" y="533616"/>
                  </a:lnTo>
                  <a:lnTo>
                    <a:pt x="1845484" y="600039"/>
                  </a:lnTo>
                  <a:lnTo>
                    <a:pt x="1779574" y="661946"/>
                  </a:lnTo>
                  <a:lnTo>
                    <a:pt x="1713664" y="722878"/>
                  </a:lnTo>
                  <a:lnTo>
                    <a:pt x="1647754" y="790853"/>
                  </a:lnTo>
                  <a:lnTo>
                    <a:pt x="1581843" y="877480"/>
                  </a:lnTo>
                  <a:lnTo>
                    <a:pt x="1515933" y="993961"/>
                  </a:lnTo>
                  <a:lnTo>
                    <a:pt x="1450023" y="1144722"/>
                  </a:lnTo>
                  <a:lnTo>
                    <a:pt x="1384113" y="1321678"/>
                  </a:lnTo>
                  <a:lnTo>
                    <a:pt x="1318203" y="1503224"/>
                  </a:lnTo>
                  <a:lnTo>
                    <a:pt x="1252293" y="1660300"/>
                  </a:lnTo>
                  <a:lnTo>
                    <a:pt x="1186383" y="1767834"/>
                  </a:lnTo>
                  <a:lnTo>
                    <a:pt x="1120472" y="1815924"/>
                  </a:lnTo>
                  <a:lnTo>
                    <a:pt x="1054562" y="1814472"/>
                  </a:lnTo>
                  <a:lnTo>
                    <a:pt x="988652" y="1788552"/>
                  </a:lnTo>
                  <a:lnTo>
                    <a:pt x="922742" y="1767220"/>
                  </a:lnTo>
                  <a:lnTo>
                    <a:pt x="856832" y="1772084"/>
                  </a:lnTo>
                  <a:lnTo>
                    <a:pt x="790922" y="1811228"/>
                  </a:lnTo>
                  <a:lnTo>
                    <a:pt x="725012" y="1880225"/>
                  </a:lnTo>
                  <a:lnTo>
                    <a:pt x="659101" y="1967875"/>
                  </a:lnTo>
                  <a:lnTo>
                    <a:pt x="593191" y="2062567"/>
                  </a:lnTo>
                  <a:lnTo>
                    <a:pt x="527281" y="2156285"/>
                  </a:lnTo>
                  <a:lnTo>
                    <a:pt x="461371" y="2245487"/>
                  </a:lnTo>
                  <a:lnTo>
                    <a:pt x="395461" y="2329929"/>
                  </a:lnTo>
                  <a:lnTo>
                    <a:pt x="329551" y="2410895"/>
                  </a:lnTo>
                  <a:lnTo>
                    <a:pt x="263641" y="2489878"/>
                  </a:lnTo>
                  <a:lnTo>
                    <a:pt x="197730" y="2567964"/>
                  </a:lnTo>
                  <a:lnTo>
                    <a:pt x="131820" y="2645750"/>
                  </a:lnTo>
                  <a:lnTo>
                    <a:pt x="65910" y="2723485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0" name="Polyline 1310"/>
            <p:cNvSpPr/>
            <p:nvPr/>
          </p:nvSpPr>
          <p:spPr>
            <a:xfrm>
              <a:off x="3613472" y="2005618"/>
              <a:ext cx="2372764" cy="2801243"/>
            </a:xfrm>
            <a:custGeom>
              <a:avLst/>
              <a:gdLst/>
              <a:ahLst/>
              <a:cxnLst/>
              <a:rect l="l" t="t" r="r" b="b"/>
              <a:pathLst>
                <a:path w="2372764" h="2801243">
                  <a:moveTo>
                    <a:pt x="2372764" y="0"/>
                  </a:moveTo>
                  <a:lnTo>
                    <a:pt x="2306854" y="77850"/>
                  </a:lnTo>
                  <a:lnTo>
                    <a:pt x="2240944" y="155714"/>
                  </a:lnTo>
                  <a:lnTo>
                    <a:pt x="2175034" y="233544"/>
                  </a:lnTo>
                  <a:lnTo>
                    <a:pt x="2109124" y="311170"/>
                  </a:lnTo>
                  <a:lnTo>
                    <a:pt x="2043213" y="388185"/>
                  </a:lnTo>
                  <a:lnTo>
                    <a:pt x="1977303" y="463847"/>
                  </a:lnTo>
                  <a:lnTo>
                    <a:pt x="1911393" y="537141"/>
                  </a:lnTo>
                  <a:lnTo>
                    <a:pt x="1845483" y="607190"/>
                  </a:lnTo>
                  <a:lnTo>
                    <a:pt x="1779573" y="674162"/>
                  </a:lnTo>
                  <a:lnTo>
                    <a:pt x="1713663" y="740470"/>
                  </a:lnTo>
                  <a:lnTo>
                    <a:pt x="1647753" y="811577"/>
                  </a:lnTo>
                  <a:lnTo>
                    <a:pt x="1581842" y="895398"/>
                  </a:lnTo>
                  <a:lnTo>
                    <a:pt x="1515932" y="999566"/>
                  </a:lnTo>
                  <a:lnTo>
                    <a:pt x="1450022" y="1127098"/>
                  </a:lnTo>
                  <a:lnTo>
                    <a:pt x="1384112" y="1272485"/>
                  </a:lnTo>
                  <a:lnTo>
                    <a:pt x="1318202" y="1421000"/>
                  </a:lnTo>
                  <a:lnTo>
                    <a:pt x="1252292" y="1552837"/>
                  </a:lnTo>
                  <a:lnTo>
                    <a:pt x="1186382" y="1650907"/>
                  </a:lnTo>
                  <a:lnTo>
                    <a:pt x="1120471" y="1708461"/>
                  </a:lnTo>
                  <a:lnTo>
                    <a:pt x="1054561" y="1732249"/>
                  </a:lnTo>
                  <a:lnTo>
                    <a:pt x="988651" y="1739358"/>
                  </a:lnTo>
                  <a:lnTo>
                    <a:pt x="922741" y="1749597"/>
                  </a:lnTo>
                  <a:lnTo>
                    <a:pt x="856831" y="1777689"/>
                  </a:lnTo>
                  <a:lnTo>
                    <a:pt x="790921" y="1829145"/>
                  </a:lnTo>
                  <a:lnTo>
                    <a:pt x="725011" y="1900949"/>
                  </a:lnTo>
                  <a:lnTo>
                    <a:pt x="659100" y="1985466"/>
                  </a:lnTo>
                  <a:lnTo>
                    <a:pt x="593190" y="2074784"/>
                  </a:lnTo>
                  <a:lnTo>
                    <a:pt x="527280" y="2163437"/>
                  </a:lnTo>
                  <a:lnTo>
                    <a:pt x="461370" y="2249013"/>
                  </a:lnTo>
                  <a:lnTo>
                    <a:pt x="395461" y="2331344"/>
                  </a:lnTo>
                  <a:lnTo>
                    <a:pt x="329551" y="2411305"/>
                  </a:lnTo>
                  <a:lnTo>
                    <a:pt x="263641" y="2489915"/>
                  </a:lnTo>
                  <a:lnTo>
                    <a:pt x="197730" y="2567914"/>
                  </a:lnTo>
                  <a:lnTo>
                    <a:pt x="131820" y="2645708"/>
                  </a:lnTo>
                  <a:lnTo>
                    <a:pt x="65910" y="2723468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1" name="Polyline 1311"/>
            <p:cNvSpPr/>
            <p:nvPr/>
          </p:nvSpPr>
          <p:spPr>
            <a:xfrm>
              <a:off x="3181422" y="1898758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16"/>
                  </a:lnTo>
                  <a:lnTo>
                    <a:pt x="2240945" y="155635"/>
                  </a:lnTo>
                  <a:lnTo>
                    <a:pt x="2175035" y="233449"/>
                  </a:lnTo>
                  <a:lnTo>
                    <a:pt x="2109125" y="311240"/>
                  </a:lnTo>
                  <a:lnTo>
                    <a:pt x="2043214" y="388961"/>
                  </a:lnTo>
                  <a:lnTo>
                    <a:pt x="1977304" y="466527"/>
                  </a:lnTo>
                  <a:lnTo>
                    <a:pt x="1911394" y="543820"/>
                  </a:lnTo>
                  <a:lnTo>
                    <a:pt x="1845484" y="620742"/>
                  </a:lnTo>
                  <a:lnTo>
                    <a:pt x="1779574" y="697310"/>
                  </a:lnTo>
                  <a:lnTo>
                    <a:pt x="1713664" y="773802"/>
                  </a:lnTo>
                  <a:lnTo>
                    <a:pt x="1647754" y="850845"/>
                  </a:lnTo>
                  <a:lnTo>
                    <a:pt x="1581843" y="929348"/>
                  </a:lnTo>
                  <a:lnTo>
                    <a:pt x="1515933" y="1010183"/>
                  </a:lnTo>
                  <a:lnTo>
                    <a:pt x="1450023" y="1093701"/>
                  </a:lnTo>
                  <a:lnTo>
                    <a:pt x="1384113" y="1179266"/>
                  </a:lnTo>
                  <a:lnTo>
                    <a:pt x="1318203" y="1265191"/>
                  </a:lnTo>
                  <a:lnTo>
                    <a:pt x="1252293" y="1349201"/>
                  </a:lnTo>
                  <a:lnTo>
                    <a:pt x="1186383" y="1429338"/>
                  </a:lnTo>
                  <a:lnTo>
                    <a:pt x="1120472" y="1504826"/>
                  </a:lnTo>
                  <a:lnTo>
                    <a:pt x="1054562" y="1576440"/>
                  </a:lnTo>
                  <a:lnTo>
                    <a:pt x="988652" y="1646140"/>
                  </a:lnTo>
                  <a:lnTo>
                    <a:pt x="922742" y="1716199"/>
                  </a:lnTo>
                  <a:lnTo>
                    <a:pt x="856832" y="1788307"/>
                  </a:lnTo>
                  <a:lnTo>
                    <a:pt x="790922" y="1863096"/>
                  </a:lnTo>
                  <a:lnTo>
                    <a:pt x="725012" y="1940219"/>
                  </a:lnTo>
                  <a:lnTo>
                    <a:pt x="659101" y="2018800"/>
                  </a:lnTo>
                  <a:lnTo>
                    <a:pt x="593191" y="2097933"/>
                  </a:lnTo>
                  <a:lnTo>
                    <a:pt x="527281" y="2176988"/>
                  </a:lnTo>
                  <a:lnTo>
                    <a:pt x="461371" y="2255691"/>
                  </a:lnTo>
                  <a:lnTo>
                    <a:pt x="395461" y="2334022"/>
                  </a:lnTo>
                  <a:lnTo>
                    <a:pt x="329551" y="2412081"/>
                  </a:lnTo>
                  <a:lnTo>
                    <a:pt x="263641" y="2489985"/>
                  </a:lnTo>
                  <a:lnTo>
                    <a:pt x="197730" y="2567819"/>
                  </a:lnTo>
                  <a:lnTo>
                    <a:pt x="131820" y="2645629"/>
                  </a:lnTo>
                  <a:lnTo>
                    <a:pt x="65910" y="2723436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2" name="Polyline 1312"/>
            <p:cNvSpPr/>
            <p:nvPr/>
          </p:nvSpPr>
          <p:spPr>
            <a:xfrm>
              <a:off x="2749373" y="1791920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13"/>
                  </a:lnTo>
                  <a:lnTo>
                    <a:pt x="2240945" y="155624"/>
                  </a:lnTo>
                  <a:lnTo>
                    <a:pt x="2175035" y="233437"/>
                  </a:lnTo>
                  <a:lnTo>
                    <a:pt x="2109125" y="311249"/>
                  </a:lnTo>
                  <a:lnTo>
                    <a:pt x="2043214" y="389067"/>
                  </a:lnTo>
                  <a:lnTo>
                    <a:pt x="1977304" y="466890"/>
                  </a:lnTo>
                  <a:lnTo>
                    <a:pt x="1911394" y="544726"/>
                  </a:lnTo>
                  <a:lnTo>
                    <a:pt x="1845484" y="622579"/>
                  </a:lnTo>
                  <a:lnTo>
                    <a:pt x="1779574" y="700448"/>
                  </a:lnTo>
                  <a:lnTo>
                    <a:pt x="1713664" y="778321"/>
                  </a:lnTo>
                  <a:lnTo>
                    <a:pt x="1647754" y="856168"/>
                  </a:lnTo>
                  <a:lnTo>
                    <a:pt x="1581843" y="933949"/>
                  </a:lnTo>
                  <a:lnTo>
                    <a:pt x="1515933" y="1011624"/>
                  </a:lnTo>
                  <a:lnTo>
                    <a:pt x="1450023" y="1089174"/>
                  </a:lnTo>
                  <a:lnTo>
                    <a:pt x="1384113" y="1166632"/>
                  </a:lnTo>
                  <a:lnTo>
                    <a:pt x="1318203" y="1244074"/>
                  </a:lnTo>
                  <a:lnTo>
                    <a:pt x="1252293" y="1321602"/>
                  </a:lnTo>
                  <a:lnTo>
                    <a:pt x="1186383" y="1399308"/>
                  </a:lnTo>
                  <a:lnTo>
                    <a:pt x="1120472" y="1477227"/>
                  </a:lnTo>
                  <a:lnTo>
                    <a:pt x="1054562" y="1555323"/>
                  </a:lnTo>
                  <a:lnTo>
                    <a:pt x="988652" y="1633506"/>
                  </a:lnTo>
                  <a:lnTo>
                    <a:pt x="922742" y="1711673"/>
                  </a:lnTo>
                  <a:lnTo>
                    <a:pt x="856832" y="1789747"/>
                  </a:lnTo>
                  <a:lnTo>
                    <a:pt x="790922" y="1867697"/>
                  </a:lnTo>
                  <a:lnTo>
                    <a:pt x="725012" y="1945541"/>
                  </a:lnTo>
                  <a:lnTo>
                    <a:pt x="659101" y="2023318"/>
                  </a:lnTo>
                  <a:lnTo>
                    <a:pt x="593191" y="2101070"/>
                  </a:lnTo>
                  <a:lnTo>
                    <a:pt x="527281" y="2178826"/>
                  </a:lnTo>
                  <a:lnTo>
                    <a:pt x="461371" y="2256597"/>
                  </a:lnTo>
                  <a:lnTo>
                    <a:pt x="395461" y="2334386"/>
                  </a:lnTo>
                  <a:lnTo>
                    <a:pt x="329551" y="2412186"/>
                  </a:lnTo>
                  <a:lnTo>
                    <a:pt x="263641" y="2489995"/>
                  </a:lnTo>
                  <a:lnTo>
                    <a:pt x="197730" y="2567806"/>
                  </a:lnTo>
                  <a:lnTo>
                    <a:pt x="131820" y="2645618"/>
                  </a:lnTo>
                  <a:lnTo>
                    <a:pt x="65910" y="2723431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3" name="Polyline 1313"/>
            <p:cNvSpPr/>
            <p:nvPr/>
          </p:nvSpPr>
          <p:spPr>
            <a:xfrm>
              <a:off x="2317325" y="1685086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2306855" y="77813"/>
                  </a:lnTo>
                  <a:lnTo>
                    <a:pt x="2240945" y="155625"/>
                  </a:lnTo>
                  <a:lnTo>
                    <a:pt x="2175035" y="233437"/>
                  </a:lnTo>
                  <a:lnTo>
                    <a:pt x="2109125" y="311249"/>
                  </a:lnTo>
                  <a:lnTo>
                    <a:pt x="2043214" y="389063"/>
                  </a:lnTo>
                  <a:lnTo>
                    <a:pt x="1977304" y="466877"/>
                  </a:lnTo>
                  <a:lnTo>
                    <a:pt x="1911394" y="544695"/>
                  </a:lnTo>
                  <a:lnTo>
                    <a:pt x="1845484" y="622516"/>
                  </a:lnTo>
                  <a:lnTo>
                    <a:pt x="1779574" y="700341"/>
                  </a:lnTo>
                  <a:lnTo>
                    <a:pt x="1713664" y="778166"/>
                  </a:lnTo>
                  <a:lnTo>
                    <a:pt x="1647754" y="855986"/>
                  </a:lnTo>
                  <a:lnTo>
                    <a:pt x="1581843" y="933792"/>
                  </a:lnTo>
                  <a:lnTo>
                    <a:pt x="1515933" y="1011574"/>
                  </a:lnTo>
                  <a:lnTo>
                    <a:pt x="1450023" y="1089330"/>
                  </a:lnTo>
                  <a:lnTo>
                    <a:pt x="1384113" y="1167066"/>
                  </a:lnTo>
                  <a:lnTo>
                    <a:pt x="1318203" y="1244797"/>
                  </a:lnTo>
                  <a:lnTo>
                    <a:pt x="1252293" y="1322548"/>
                  </a:lnTo>
                  <a:lnTo>
                    <a:pt x="1186383" y="1400338"/>
                  </a:lnTo>
                  <a:lnTo>
                    <a:pt x="1120472" y="1478173"/>
                  </a:lnTo>
                  <a:lnTo>
                    <a:pt x="1054562" y="1556047"/>
                  </a:lnTo>
                  <a:lnTo>
                    <a:pt x="988652" y="1633939"/>
                  </a:lnTo>
                  <a:lnTo>
                    <a:pt x="922742" y="1711828"/>
                  </a:lnTo>
                  <a:lnTo>
                    <a:pt x="856832" y="1789697"/>
                  </a:lnTo>
                  <a:lnTo>
                    <a:pt x="790922" y="1867539"/>
                  </a:lnTo>
                  <a:lnTo>
                    <a:pt x="725012" y="1945358"/>
                  </a:lnTo>
                  <a:lnTo>
                    <a:pt x="659101" y="2023163"/>
                  </a:lnTo>
                  <a:lnTo>
                    <a:pt x="593191" y="2100963"/>
                  </a:lnTo>
                  <a:lnTo>
                    <a:pt x="527281" y="2178763"/>
                  </a:lnTo>
                  <a:lnTo>
                    <a:pt x="461371" y="2256566"/>
                  </a:lnTo>
                  <a:lnTo>
                    <a:pt x="395461" y="2334374"/>
                  </a:lnTo>
                  <a:lnTo>
                    <a:pt x="329551" y="2412183"/>
                  </a:lnTo>
                  <a:lnTo>
                    <a:pt x="263641" y="2489995"/>
                  </a:lnTo>
                  <a:lnTo>
                    <a:pt x="197730" y="2567807"/>
                  </a:lnTo>
                  <a:lnTo>
                    <a:pt x="131820" y="2645619"/>
                  </a:lnTo>
                  <a:lnTo>
                    <a:pt x="65910" y="2723432"/>
                  </a:lnTo>
                  <a:lnTo>
                    <a:pt x="0" y="2801243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4" name="Polyline 1314"/>
            <p:cNvSpPr/>
            <p:nvPr/>
          </p:nvSpPr>
          <p:spPr>
            <a:xfrm>
              <a:off x="4690090" y="1685086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400"/>
                  </a:lnTo>
                  <a:lnTo>
                    <a:pt x="4896553" y="1210788"/>
                  </a:lnTo>
                  <a:lnTo>
                    <a:pt x="4752537" y="1175176"/>
                  </a:lnTo>
                  <a:lnTo>
                    <a:pt x="4608520" y="1139565"/>
                  </a:lnTo>
                  <a:lnTo>
                    <a:pt x="4464504" y="1103954"/>
                  </a:lnTo>
                  <a:lnTo>
                    <a:pt x="4320488" y="1068346"/>
                  </a:lnTo>
                  <a:lnTo>
                    <a:pt x="4176472" y="1032740"/>
                  </a:lnTo>
                  <a:lnTo>
                    <a:pt x="4032455" y="997137"/>
                  </a:lnTo>
                  <a:lnTo>
                    <a:pt x="3888438" y="961537"/>
                  </a:lnTo>
                  <a:lnTo>
                    <a:pt x="3744422" y="925940"/>
                  </a:lnTo>
                  <a:lnTo>
                    <a:pt x="3600406" y="890336"/>
                  </a:lnTo>
                  <a:lnTo>
                    <a:pt x="3456390" y="854717"/>
                  </a:lnTo>
                  <a:lnTo>
                    <a:pt x="3312374" y="819076"/>
                  </a:lnTo>
                  <a:lnTo>
                    <a:pt x="3168358" y="783408"/>
                  </a:lnTo>
                  <a:lnTo>
                    <a:pt x="3024341" y="747720"/>
                  </a:lnTo>
                  <a:lnTo>
                    <a:pt x="2880325" y="712028"/>
                  </a:lnTo>
                  <a:lnTo>
                    <a:pt x="2736309" y="676356"/>
                  </a:lnTo>
                  <a:lnTo>
                    <a:pt x="2592293" y="640721"/>
                  </a:lnTo>
                  <a:lnTo>
                    <a:pt x="2448276" y="605133"/>
                  </a:lnTo>
                  <a:lnTo>
                    <a:pt x="2304259" y="569583"/>
                  </a:lnTo>
                  <a:lnTo>
                    <a:pt x="2160243" y="534052"/>
                  </a:lnTo>
                  <a:lnTo>
                    <a:pt x="2016227" y="498517"/>
                  </a:lnTo>
                  <a:lnTo>
                    <a:pt x="1872211" y="462962"/>
                  </a:lnTo>
                  <a:lnTo>
                    <a:pt x="1728195" y="427381"/>
                  </a:lnTo>
                  <a:lnTo>
                    <a:pt x="1584179" y="391776"/>
                  </a:lnTo>
                  <a:lnTo>
                    <a:pt x="1440162" y="356157"/>
                  </a:lnTo>
                  <a:lnTo>
                    <a:pt x="1296146" y="320532"/>
                  </a:lnTo>
                  <a:lnTo>
                    <a:pt x="1152130" y="284909"/>
                  </a:lnTo>
                  <a:lnTo>
                    <a:pt x="1008114" y="249288"/>
                  </a:lnTo>
                  <a:lnTo>
                    <a:pt x="864098" y="213672"/>
                  </a:lnTo>
                  <a:lnTo>
                    <a:pt x="720080" y="178058"/>
                  </a:lnTo>
                  <a:lnTo>
                    <a:pt x="576064" y="142446"/>
                  </a:lnTo>
                  <a:lnTo>
                    <a:pt x="432048" y="106834"/>
                  </a:lnTo>
                  <a:lnTo>
                    <a:pt x="288032" y="71223"/>
                  </a:lnTo>
                  <a:lnTo>
                    <a:pt x="144016" y="35612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5" name="Polyline 1315"/>
            <p:cNvSpPr/>
            <p:nvPr/>
          </p:nvSpPr>
          <p:spPr>
            <a:xfrm>
              <a:off x="4492360" y="1918523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399"/>
                  </a:lnTo>
                  <a:lnTo>
                    <a:pt x="4896553" y="1210788"/>
                  </a:lnTo>
                  <a:lnTo>
                    <a:pt x="4752537" y="1175175"/>
                  </a:lnTo>
                  <a:lnTo>
                    <a:pt x="4608520" y="1139565"/>
                  </a:lnTo>
                  <a:lnTo>
                    <a:pt x="4464504" y="1103958"/>
                  </a:lnTo>
                  <a:lnTo>
                    <a:pt x="4320488" y="1068358"/>
                  </a:lnTo>
                  <a:lnTo>
                    <a:pt x="4176472" y="1032770"/>
                  </a:lnTo>
                  <a:lnTo>
                    <a:pt x="4032455" y="997200"/>
                  </a:lnTo>
                  <a:lnTo>
                    <a:pt x="3888438" y="961645"/>
                  </a:lnTo>
                  <a:lnTo>
                    <a:pt x="3744422" y="926094"/>
                  </a:lnTo>
                  <a:lnTo>
                    <a:pt x="3600406" y="890518"/>
                  </a:lnTo>
                  <a:lnTo>
                    <a:pt x="3456390" y="854875"/>
                  </a:lnTo>
                  <a:lnTo>
                    <a:pt x="3312374" y="819125"/>
                  </a:lnTo>
                  <a:lnTo>
                    <a:pt x="3168358" y="783253"/>
                  </a:lnTo>
                  <a:lnTo>
                    <a:pt x="3024341" y="747287"/>
                  </a:lnTo>
                  <a:lnTo>
                    <a:pt x="2880325" y="711305"/>
                  </a:lnTo>
                  <a:lnTo>
                    <a:pt x="2736309" y="675410"/>
                  </a:lnTo>
                  <a:lnTo>
                    <a:pt x="2592293" y="639692"/>
                  </a:lnTo>
                  <a:lnTo>
                    <a:pt x="2448276" y="604187"/>
                  </a:lnTo>
                  <a:lnTo>
                    <a:pt x="2304259" y="568859"/>
                  </a:lnTo>
                  <a:lnTo>
                    <a:pt x="2160243" y="533619"/>
                  </a:lnTo>
                  <a:lnTo>
                    <a:pt x="2016227" y="498362"/>
                  </a:lnTo>
                  <a:lnTo>
                    <a:pt x="1872211" y="463011"/>
                  </a:lnTo>
                  <a:lnTo>
                    <a:pt x="1728195" y="427538"/>
                  </a:lnTo>
                  <a:lnTo>
                    <a:pt x="1584179" y="391959"/>
                  </a:lnTo>
                  <a:lnTo>
                    <a:pt x="1440162" y="356312"/>
                  </a:lnTo>
                  <a:lnTo>
                    <a:pt x="1296146" y="320640"/>
                  </a:lnTo>
                  <a:lnTo>
                    <a:pt x="1152130" y="284972"/>
                  </a:lnTo>
                  <a:lnTo>
                    <a:pt x="1008114" y="249320"/>
                  </a:lnTo>
                  <a:lnTo>
                    <a:pt x="864098" y="213685"/>
                  </a:lnTo>
                  <a:lnTo>
                    <a:pt x="720081" y="178062"/>
                  </a:lnTo>
                  <a:lnTo>
                    <a:pt x="576064" y="142446"/>
                  </a:lnTo>
                  <a:lnTo>
                    <a:pt x="432048" y="106834"/>
                  </a:lnTo>
                  <a:lnTo>
                    <a:pt x="288032" y="71222"/>
                  </a:lnTo>
                  <a:lnTo>
                    <a:pt x="144016" y="35611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6" name="Polyline 1316"/>
            <p:cNvSpPr/>
            <p:nvPr/>
          </p:nvSpPr>
          <p:spPr>
            <a:xfrm>
              <a:off x="4294629" y="2151963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403"/>
                  </a:lnTo>
                  <a:lnTo>
                    <a:pt x="4896553" y="1210798"/>
                  </a:lnTo>
                  <a:lnTo>
                    <a:pt x="4752537" y="1175189"/>
                  </a:lnTo>
                  <a:lnTo>
                    <a:pt x="4608520" y="1139556"/>
                  </a:lnTo>
                  <a:lnTo>
                    <a:pt x="4464504" y="1103853"/>
                  </a:lnTo>
                  <a:lnTo>
                    <a:pt x="4320488" y="1067995"/>
                  </a:lnTo>
                  <a:lnTo>
                    <a:pt x="4176472" y="1031865"/>
                  </a:lnTo>
                  <a:lnTo>
                    <a:pt x="4032455" y="995363"/>
                  </a:lnTo>
                  <a:lnTo>
                    <a:pt x="3888438" y="958507"/>
                  </a:lnTo>
                  <a:lnTo>
                    <a:pt x="3744422" y="921576"/>
                  </a:lnTo>
                  <a:lnTo>
                    <a:pt x="3600406" y="885195"/>
                  </a:lnTo>
                  <a:lnTo>
                    <a:pt x="3456390" y="850274"/>
                  </a:lnTo>
                  <a:lnTo>
                    <a:pt x="3312374" y="817686"/>
                  </a:lnTo>
                  <a:lnTo>
                    <a:pt x="3168358" y="787779"/>
                  </a:lnTo>
                  <a:lnTo>
                    <a:pt x="3024341" y="759921"/>
                  </a:lnTo>
                  <a:lnTo>
                    <a:pt x="2880325" y="732422"/>
                  </a:lnTo>
                  <a:lnTo>
                    <a:pt x="2736309" y="703009"/>
                  </a:lnTo>
                  <a:lnTo>
                    <a:pt x="2592293" y="669722"/>
                  </a:lnTo>
                  <a:lnTo>
                    <a:pt x="2448276" y="631786"/>
                  </a:lnTo>
                  <a:lnTo>
                    <a:pt x="2304260" y="589977"/>
                  </a:lnTo>
                  <a:lnTo>
                    <a:pt x="2160243" y="546253"/>
                  </a:lnTo>
                  <a:lnTo>
                    <a:pt x="2016227" y="502889"/>
                  </a:lnTo>
                  <a:lnTo>
                    <a:pt x="1872211" y="461572"/>
                  </a:lnTo>
                  <a:lnTo>
                    <a:pt x="1728195" y="422937"/>
                  </a:lnTo>
                  <a:lnTo>
                    <a:pt x="1584179" y="386636"/>
                  </a:lnTo>
                  <a:lnTo>
                    <a:pt x="1440162" y="351794"/>
                  </a:lnTo>
                  <a:lnTo>
                    <a:pt x="1296146" y="317503"/>
                  </a:lnTo>
                  <a:lnTo>
                    <a:pt x="1152130" y="283135"/>
                  </a:lnTo>
                  <a:lnTo>
                    <a:pt x="1008114" y="248415"/>
                  </a:lnTo>
                  <a:lnTo>
                    <a:pt x="864098" y="213322"/>
                  </a:lnTo>
                  <a:lnTo>
                    <a:pt x="720081" y="177957"/>
                  </a:lnTo>
                  <a:lnTo>
                    <a:pt x="576064" y="142437"/>
                  </a:lnTo>
                  <a:lnTo>
                    <a:pt x="432048" y="106847"/>
                  </a:lnTo>
                  <a:lnTo>
                    <a:pt x="288032" y="71234"/>
                  </a:lnTo>
                  <a:lnTo>
                    <a:pt x="144016" y="35616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7" name="Polyline 1317"/>
            <p:cNvSpPr/>
            <p:nvPr/>
          </p:nvSpPr>
          <p:spPr>
            <a:xfrm>
              <a:off x="4096899" y="2385427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436"/>
                  </a:lnTo>
                  <a:lnTo>
                    <a:pt x="4896553" y="1210877"/>
                  </a:lnTo>
                  <a:lnTo>
                    <a:pt x="4752537" y="1175283"/>
                  </a:lnTo>
                  <a:lnTo>
                    <a:pt x="4608520" y="1139485"/>
                  </a:lnTo>
                  <a:lnTo>
                    <a:pt x="4464504" y="1103077"/>
                  </a:lnTo>
                  <a:lnTo>
                    <a:pt x="4320488" y="1065316"/>
                  </a:lnTo>
                  <a:lnTo>
                    <a:pt x="4176472" y="1025186"/>
                  </a:lnTo>
                  <a:lnTo>
                    <a:pt x="4032455" y="981811"/>
                  </a:lnTo>
                  <a:lnTo>
                    <a:pt x="3888439" y="935359"/>
                  </a:lnTo>
                  <a:lnTo>
                    <a:pt x="3744422" y="888242"/>
                  </a:lnTo>
                  <a:lnTo>
                    <a:pt x="3600406" y="845926"/>
                  </a:lnTo>
                  <a:lnTo>
                    <a:pt x="3456390" y="816323"/>
                  </a:lnTo>
                  <a:lnTo>
                    <a:pt x="3312374" y="807068"/>
                  </a:lnTo>
                  <a:lnTo>
                    <a:pt x="3168358" y="821176"/>
                  </a:lnTo>
                  <a:lnTo>
                    <a:pt x="3024341" y="853139"/>
                  </a:lnTo>
                  <a:lnTo>
                    <a:pt x="2880325" y="888230"/>
                  </a:lnTo>
                  <a:lnTo>
                    <a:pt x="2736309" y="906644"/>
                  </a:lnTo>
                  <a:lnTo>
                    <a:pt x="2592293" y="891290"/>
                  </a:lnTo>
                  <a:lnTo>
                    <a:pt x="2448276" y="835421"/>
                  </a:lnTo>
                  <a:lnTo>
                    <a:pt x="2304260" y="745785"/>
                  </a:lnTo>
                  <a:lnTo>
                    <a:pt x="2160243" y="639470"/>
                  </a:lnTo>
                  <a:lnTo>
                    <a:pt x="2016227" y="536285"/>
                  </a:lnTo>
                  <a:lnTo>
                    <a:pt x="1872211" y="450954"/>
                  </a:lnTo>
                  <a:lnTo>
                    <a:pt x="1728195" y="388986"/>
                  </a:lnTo>
                  <a:lnTo>
                    <a:pt x="1584179" y="347366"/>
                  </a:lnTo>
                  <a:lnTo>
                    <a:pt x="1440162" y="318460"/>
                  </a:lnTo>
                  <a:lnTo>
                    <a:pt x="1296146" y="294354"/>
                  </a:lnTo>
                  <a:lnTo>
                    <a:pt x="1152130" y="269583"/>
                  </a:lnTo>
                  <a:lnTo>
                    <a:pt x="1008114" y="241735"/>
                  </a:lnTo>
                  <a:lnTo>
                    <a:pt x="864098" y="210642"/>
                  </a:lnTo>
                  <a:lnTo>
                    <a:pt x="720081" y="177180"/>
                  </a:lnTo>
                  <a:lnTo>
                    <a:pt x="576064" y="142366"/>
                  </a:lnTo>
                  <a:lnTo>
                    <a:pt x="432048" y="106942"/>
                  </a:lnTo>
                  <a:lnTo>
                    <a:pt x="288032" y="71312"/>
                  </a:lnTo>
                  <a:lnTo>
                    <a:pt x="144016" y="35648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8" name="Polyline 1318"/>
            <p:cNvSpPr/>
            <p:nvPr/>
          </p:nvSpPr>
          <p:spPr>
            <a:xfrm>
              <a:off x="3899168" y="2618878"/>
              <a:ext cx="5184585" cy="1282010"/>
            </a:xfrm>
            <a:custGeom>
              <a:avLst/>
              <a:gdLst/>
              <a:ahLst/>
              <a:cxnLst/>
              <a:rect l="l" t="t" r="r" b="b"/>
              <a:pathLst>
                <a:path w="5184585" h="1282010">
                  <a:moveTo>
                    <a:pt x="5184585" y="1282010"/>
                  </a:moveTo>
                  <a:lnTo>
                    <a:pt x="5040569" y="1246453"/>
                  </a:lnTo>
                  <a:lnTo>
                    <a:pt x="4896553" y="1210918"/>
                  </a:lnTo>
                  <a:lnTo>
                    <a:pt x="4752537" y="1175334"/>
                  </a:lnTo>
                  <a:lnTo>
                    <a:pt x="4608520" y="1139448"/>
                  </a:lnTo>
                  <a:lnTo>
                    <a:pt x="4464504" y="1102666"/>
                  </a:lnTo>
                  <a:lnTo>
                    <a:pt x="4320488" y="1063902"/>
                  </a:lnTo>
                  <a:lnTo>
                    <a:pt x="4176472" y="1021661"/>
                  </a:lnTo>
                  <a:lnTo>
                    <a:pt x="4032455" y="974659"/>
                  </a:lnTo>
                  <a:lnTo>
                    <a:pt x="3888439" y="923143"/>
                  </a:lnTo>
                  <a:lnTo>
                    <a:pt x="3744422" y="870651"/>
                  </a:lnTo>
                  <a:lnTo>
                    <a:pt x="3600406" y="825202"/>
                  </a:lnTo>
                  <a:lnTo>
                    <a:pt x="3456390" y="798406"/>
                  </a:lnTo>
                  <a:lnTo>
                    <a:pt x="3312374" y="801464"/>
                  </a:lnTo>
                  <a:lnTo>
                    <a:pt x="3168358" y="838800"/>
                  </a:lnTo>
                  <a:lnTo>
                    <a:pt x="3024341" y="902333"/>
                  </a:lnTo>
                  <a:lnTo>
                    <a:pt x="2880325" y="970455"/>
                  </a:lnTo>
                  <a:lnTo>
                    <a:pt x="2736309" y="1014107"/>
                  </a:lnTo>
                  <a:lnTo>
                    <a:pt x="2592293" y="1008217"/>
                  </a:lnTo>
                  <a:lnTo>
                    <a:pt x="2448276" y="942885"/>
                  </a:lnTo>
                  <a:lnTo>
                    <a:pt x="2304260" y="828009"/>
                  </a:lnTo>
                  <a:lnTo>
                    <a:pt x="2160243" y="688664"/>
                  </a:lnTo>
                  <a:lnTo>
                    <a:pt x="2016227" y="553909"/>
                  </a:lnTo>
                  <a:lnTo>
                    <a:pt x="1872211" y="445350"/>
                  </a:lnTo>
                  <a:lnTo>
                    <a:pt x="1728195" y="371069"/>
                  </a:lnTo>
                  <a:lnTo>
                    <a:pt x="1584179" y="326643"/>
                  </a:lnTo>
                  <a:lnTo>
                    <a:pt x="1440162" y="300869"/>
                  </a:lnTo>
                  <a:lnTo>
                    <a:pt x="1296146" y="282138"/>
                  </a:lnTo>
                  <a:lnTo>
                    <a:pt x="1152130" y="262431"/>
                  </a:lnTo>
                  <a:lnTo>
                    <a:pt x="1008114" y="238210"/>
                  </a:lnTo>
                  <a:lnTo>
                    <a:pt x="864098" y="209228"/>
                  </a:lnTo>
                  <a:lnTo>
                    <a:pt x="720081" y="176771"/>
                  </a:lnTo>
                  <a:lnTo>
                    <a:pt x="576064" y="142329"/>
                  </a:lnTo>
                  <a:lnTo>
                    <a:pt x="432048" y="106991"/>
                  </a:lnTo>
                  <a:lnTo>
                    <a:pt x="288032" y="71354"/>
                  </a:lnTo>
                  <a:lnTo>
                    <a:pt x="144016" y="35665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19" name="Polyline 1319"/>
            <p:cNvSpPr/>
            <p:nvPr/>
          </p:nvSpPr>
          <p:spPr>
            <a:xfrm>
              <a:off x="3701438" y="2483836"/>
              <a:ext cx="5184585" cy="1650325"/>
            </a:xfrm>
            <a:custGeom>
              <a:avLst/>
              <a:gdLst/>
              <a:ahLst/>
              <a:cxnLst/>
              <a:rect l="l" t="t" r="r" b="b"/>
              <a:pathLst>
                <a:path w="5184585" h="1650325">
                  <a:moveTo>
                    <a:pt x="5184585" y="1650325"/>
                  </a:moveTo>
                  <a:lnTo>
                    <a:pt x="5040569" y="1614565"/>
                  </a:lnTo>
                  <a:lnTo>
                    <a:pt x="4896553" y="1578743"/>
                  </a:lnTo>
                  <a:lnTo>
                    <a:pt x="4752537" y="1543059"/>
                  </a:lnTo>
                  <a:lnTo>
                    <a:pt x="4608520" y="1508199"/>
                  </a:lnTo>
                  <a:lnTo>
                    <a:pt x="4464504" y="1475804"/>
                  </a:lnTo>
                  <a:lnTo>
                    <a:pt x="4320488" y="1448862"/>
                  </a:lnTo>
                  <a:lnTo>
                    <a:pt x="4176472" y="1431471"/>
                  </a:lnTo>
                  <a:lnTo>
                    <a:pt x="4032455" y="1427167"/>
                  </a:lnTo>
                  <a:lnTo>
                    <a:pt x="3888439" y="1435272"/>
                  </a:lnTo>
                  <a:lnTo>
                    <a:pt x="3744422" y="1446058"/>
                  </a:lnTo>
                  <a:lnTo>
                    <a:pt x="3600406" y="1437485"/>
                  </a:lnTo>
                  <a:lnTo>
                    <a:pt x="3456390" y="1377646"/>
                  </a:lnTo>
                  <a:lnTo>
                    <a:pt x="3312374" y="1235748"/>
                  </a:lnTo>
                  <a:lnTo>
                    <a:pt x="3168358" y="999632"/>
                  </a:lnTo>
                  <a:lnTo>
                    <a:pt x="3024342" y="691514"/>
                  </a:lnTo>
                  <a:lnTo>
                    <a:pt x="2880325" y="370782"/>
                  </a:lnTo>
                  <a:lnTo>
                    <a:pt x="2736309" y="117306"/>
                  </a:lnTo>
                  <a:lnTo>
                    <a:pt x="2592293" y="0"/>
                  </a:lnTo>
                  <a:lnTo>
                    <a:pt x="2448276" y="46084"/>
                  </a:lnTo>
                  <a:lnTo>
                    <a:pt x="2304260" y="228336"/>
                  </a:lnTo>
                  <a:lnTo>
                    <a:pt x="2160243" y="477845"/>
                  </a:lnTo>
                  <a:lnTo>
                    <a:pt x="2016227" y="714741"/>
                  </a:lnTo>
                  <a:lnTo>
                    <a:pt x="1872211" y="879634"/>
                  </a:lnTo>
                  <a:lnTo>
                    <a:pt x="1728195" y="950308"/>
                  </a:lnTo>
                  <a:lnTo>
                    <a:pt x="1584179" y="938926"/>
                  </a:lnTo>
                  <a:lnTo>
                    <a:pt x="1440163" y="876276"/>
                  </a:lnTo>
                  <a:lnTo>
                    <a:pt x="1296146" y="794267"/>
                  </a:lnTo>
                  <a:lnTo>
                    <a:pt x="1152130" y="714939"/>
                  </a:lnTo>
                  <a:lnTo>
                    <a:pt x="1008114" y="648021"/>
                  </a:lnTo>
                  <a:lnTo>
                    <a:pt x="864098" y="594189"/>
                  </a:lnTo>
                  <a:lnTo>
                    <a:pt x="720081" y="549908"/>
                  </a:lnTo>
                  <a:lnTo>
                    <a:pt x="576064" y="511080"/>
                  </a:lnTo>
                  <a:lnTo>
                    <a:pt x="432048" y="474716"/>
                  </a:lnTo>
                  <a:lnTo>
                    <a:pt x="288032" y="439179"/>
                  </a:lnTo>
                  <a:lnTo>
                    <a:pt x="144016" y="403777"/>
                  </a:lnTo>
                  <a:lnTo>
                    <a:pt x="0" y="368316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0" name="Polyline 1320"/>
            <p:cNvSpPr/>
            <p:nvPr/>
          </p:nvSpPr>
          <p:spPr>
            <a:xfrm>
              <a:off x="3503707" y="1327785"/>
              <a:ext cx="5184585" cy="3073043"/>
            </a:xfrm>
            <a:custGeom>
              <a:avLst/>
              <a:gdLst/>
              <a:ahLst/>
              <a:cxnLst/>
              <a:rect l="l" t="t" r="r" b="b"/>
              <a:pathLst>
                <a:path w="5184585" h="3073043">
                  <a:moveTo>
                    <a:pt x="5184585" y="3039649"/>
                  </a:moveTo>
                  <a:lnTo>
                    <a:pt x="5040569" y="3003683"/>
                  </a:lnTo>
                  <a:lnTo>
                    <a:pt x="4896553" y="2967572"/>
                  </a:lnTo>
                  <a:lnTo>
                    <a:pt x="4752537" y="2931785"/>
                  </a:lnTo>
                  <a:lnTo>
                    <a:pt x="4608521" y="2897961"/>
                  </a:lnTo>
                  <a:lnTo>
                    <a:pt x="4464504" y="2869995"/>
                  </a:lnTo>
                  <a:lnTo>
                    <a:pt x="4320488" y="2854984"/>
                  </a:lnTo>
                  <a:lnTo>
                    <a:pt x="4176472" y="2862676"/>
                  </a:lnTo>
                  <a:lnTo>
                    <a:pt x="4032455" y="2901465"/>
                  </a:lnTo>
                  <a:lnTo>
                    <a:pt x="3888439" y="2969745"/>
                  </a:lnTo>
                  <a:lnTo>
                    <a:pt x="3744422" y="3044398"/>
                  </a:lnTo>
                  <a:lnTo>
                    <a:pt x="3600406" y="3073043"/>
                  </a:lnTo>
                  <a:lnTo>
                    <a:pt x="3456390" y="2979852"/>
                  </a:lnTo>
                  <a:lnTo>
                    <a:pt x="3312374" y="2691654"/>
                  </a:lnTo>
                  <a:lnTo>
                    <a:pt x="3168358" y="2179544"/>
                  </a:lnTo>
                  <a:lnTo>
                    <a:pt x="3024342" y="1496322"/>
                  </a:lnTo>
                  <a:lnTo>
                    <a:pt x="2880325" y="783122"/>
                  </a:lnTo>
                  <a:lnTo>
                    <a:pt x="2736309" y="229758"/>
                  </a:lnTo>
                  <a:lnTo>
                    <a:pt x="2592293" y="0"/>
                  </a:lnTo>
                  <a:lnTo>
                    <a:pt x="2448276" y="158535"/>
                  </a:lnTo>
                  <a:lnTo>
                    <a:pt x="2304260" y="640676"/>
                  </a:lnTo>
                  <a:lnTo>
                    <a:pt x="2160243" y="1282654"/>
                  </a:lnTo>
                  <a:lnTo>
                    <a:pt x="2016227" y="1894653"/>
                  </a:lnTo>
                  <a:lnTo>
                    <a:pt x="1872211" y="2335540"/>
                  </a:lnTo>
                  <a:lnTo>
                    <a:pt x="1728195" y="2552516"/>
                  </a:lnTo>
                  <a:lnTo>
                    <a:pt x="1584179" y="2574484"/>
                  </a:lnTo>
                  <a:lnTo>
                    <a:pt x="1440163" y="2474615"/>
                  </a:lnTo>
                  <a:lnTo>
                    <a:pt x="1296146" y="2328741"/>
                  </a:lnTo>
                  <a:lnTo>
                    <a:pt x="1152130" y="2189237"/>
                  </a:lnTo>
                  <a:lnTo>
                    <a:pt x="1008114" y="2079225"/>
                  </a:lnTo>
                  <a:lnTo>
                    <a:pt x="864098" y="2000311"/>
                  </a:lnTo>
                  <a:lnTo>
                    <a:pt x="720081" y="1944099"/>
                  </a:lnTo>
                  <a:lnTo>
                    <a:pt x="576064" y="1900842"/>
                  </a:lnTo>
                  <a:lnTo>
                    <a:pt x="432048" y="1863443"/>
                  </a:lnTo>
                  <a:lnTo>
                    <a:pt x="288032" y="1828007"/>
                  </a:lnTo>
                  <a:lnTo>
                    <a:pt x="144016" y="1792896"/>
                  </a:lnTo>
                  <a:lnTo>
                    <a:pt x="0" y="1757639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1" name="Polyline 1321"/>
            <p:cNvSpPr/>
            <p:nvPr/>
          </p:nvSpPr>
          <p:spPr>
            <a:xfrm>
              <a:off x="3305977" y="2950711"/>
              <a:ext cx="5184585" cy="1650325"/>
            </a:xfrm>
            <a:custGeom>
              <a:avLst/>
              <a:gdLst/>
              <a:ahLst/>
              <a:cxnLst/>
              <a:rect l="l" t="t" r="r" b="b"/>
              <a:pathLst>
                <a:path w="5184585" h="1650325">
                  <a:moveTo>
                    <a:pt x="5184585" y="1650325"/>
                  </a:moveTo>
                  <a:lnTo>
                    <a:pt x="5040569" y="1614565"/>
                  </a:lnTo>
                  <a:lnTo>
                    <a:pt x="4896553" y="1578742"/>
                  </a:lnTo>
                  <a:lnTo>
                    <a:pt x="4752537" y="1543058"/>
                  </a:lnTo>
                  <a:lnTo>
                    <a:pt x="4608521" y="1508198"/>
                  </a:lnTo>
                  <a:lnTo>
                    <a:pt x="4464504" y="1475804"/>
                  </a:lnTo>
                  <a:lnTo>
                    <a:pt x="4320488" y="1448861"/>
                  </a:lnTo>
                  <a:lnTo>
                    <a:pt x="4176472" y="1431470"/>
                  </a:lnTo>
                  <a:lnTo>
                    <a:pt x="4032455" y="1427167"/>
                  </a:lnTo>
                  <a:lnTo>
                    <a:pt x="3888439" y="1435272"/>
                  </a:lnTo>
                  <a:lnTo>
                    <a:pt x="3744422" y="1446058"/>
                  </a:lnTo>
                  <a:lnTo>
                    <a:pt x="3600406" y="1437484"/>
                  </a:lnTo>
                  <a:lnTo>
                    <a:pt x="3456390" y="1377645"/>
                  </a:lnTo>
                  <a:lnTo>
                    <a:pt x="3312374" y="1235748"/>
                  </a:lnTo>
                  <a:lnTo>
                    <a:pt x="3168358" y="999632"/>
                  </a:lnTo>
                  <a:lnTo>
                    <a:pt x="3024342" y="691513"/>
                  </a:lnTo>
                  <a:lnTo>
                    <a:pt x="2880325" y="370781"/>
                  </a:lnTo>
                  <a:lnTo>
                    <a:pt x="2736309" y="117305"/>
                  </a:lnTo>
                  <a:lnTo>
                    <a:pt x="2592293" y="0"/>
                  </a:lnTo>
                  <a:lnTo>
                    <a:pt x="2448276" y="46083"/>
                  </a:lnTo>
                  <a:lnTo>
                    <a:pt x="2304260" y="228335"/>
                  </a:lnTo>
                  <a:lnTo>
                    <a:pt x="2160243" y="477845"/>
                  </a:lnTo>
                  <a:lnTo>
                    <a:pt x="2016227" y="714740"/>
                  </a:lnTo>
                  <a:lnTo>
                    <a:pt x="1872211" y="879634"/>
                  </a:lnTo>
                  <a:lnTo>
                    <a:pt x="1728195" y="950308"/>
                  </a:lnTo>
                  <a:lnTo>
                    <a:pt x="1584179" y="938925"/>
                  </a:lnTo>
                  <a:lnTo>
                    <a:pt x="1440163" y="876275"/>
                  </a:lnTo>
                  <a:lnTo>
                    <a:pt x="1296146" y="794266"/>
                  </a:lnTo>
                  <a:lnTo>
                    <a:pt x="1152130" y="714939"/>
                  </a:lnTo>
                  <a:lnTo>
                    <a:pt x="1008114" y="648020"/>
                  </a:lnTo>
                  <a:lnTo>
                    <a:pt x="864098" y="594188"/>
                  </a:lnTo>
                  <a:lnTo>
                    <a:pt x="720081" y="549908"/>
                  </a:lnTo>
                  <a:lnTo>
                    <a:pt x="576065" y="511079"/>
                  </a:lnTo>
                  <a:lnTo>
                    <a:pt x="432048" y="474716"/>
                  </a:lnTo>
                  <a:lnTo>
                    <a:pt x="288032" y="439178"/>
                  </a:lnTo>
                  <a:lnTo>
                    <a:pt x="144016" y="403777"/>
                  </a:lnTo>
                  <a:lnTo>
                    <a:pt x="0" y="368315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2" name="Polyline 1322"/>
            <p:cNvSpPr/>
            <p:nvPr/>
          </p:nvSpPr>
          <p:spPr>
            <a:xfrm>
              <a:off x="3108247" y="3552625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454"/>
                  </a:lnTo>
                  <a:lnTo>
                    <a:pt x="4896553" y="1210919"/>
                  </a:lnTo>
                  <a:lnTo>
                    <a:pt x="4752537" y="1175335"/>
                  </a:lnTo>
                  <a:lnTo>
                    <a:pt x="4608521" y="1139449"/>
                  </a:lnTo>
                  <a:lnTo>
                    <a:pt x="4464504" y="1102667"/>
                  </a:lnTo>
                  <a:lnTo>
                    <a:pt x="4320488" y="1063902"/>
                  </a:lnTo>
                  <a:lnTo>
                    <a:pt x="4176472" y="1021661"/>
                  </a:lnTo>
                  <a:lnTo>
                    <a:pt x="4032455" y="974660"/>
                  </a:lnTo>
                  <a:lnTo>
                    <a:pt x="3888439" y="923144"/>
                  </a:lnTo>
                  <a:lnTo>
                    <a:pt x="3744423" y="870652"/>
                  </a:lnTo>
                  <a:lnTo>
                    <a:pt x="3600406" y="825203"/>
                  </a:lnTo>
                  <a:lnTo>
                    <a:pt x="3456390" y="798406"/>
                  </a:lnTo>
                  <a:lnTo>
                    <a:pt x="3312374" y="801464"/>
                  </a:lnTo>
                  <a:lnTo>
                    <a:pt x="3168358" y="838801"/>
                  </a:lnTo>
                  <a:lnTo>
                    <a:pt x="3024342" y="902334"/>
                  </a:lnTo>
                  <a:lnTo>
                    <a:pt x="2880325" y="970456"/>
                  </a:lnTo>
                  <a:lnTo>
                    <a:pt x="2736309" y="1014108"/>
                  </a:lnTo>
                  <a:lnTo>
                    <a:pt x="2592293" y="1008218"/>
                  </a:lnTo>
                  <a:lnTo>
                    <a:pt x="2448276" y="942885"/>
                  </a:lnTo>
                  <a:lnTo>
                    <a:pt x="2304260" y="828010"/>
                  </a:lnTo>
                  <a:lnTo>
                    <a:pt x="2160244" y="688665"/>
                  </a:lnTo>
                  <a:lnTo>
                    <a:pt x="2016227" y="553909"/>
                  </a:lnTo>
                  <a:lnTo>
                    <a:pt x="1872211" y="445350"/>
                  </a:lnTo>
                  <a:lnTo>
                    <a:pt x="1728195" y="371070"/>
                  </a:lnTo>
                  <a:lnTo>
                    <a:pt x="1584179" y="326644"/>
                  </a:lnTo>
                  <a:lnTo>
                    <a:pt x="1440163" y="300869"/>
                  </a:lnTo>
                  <a:lnTo>
                    <a:pt x="1296146" y="282138"/>
                  </a:lnTo>
                  <a:lnTo>
                    <a:pt x="1152130" y="262432"/>
                  </a:lnTo>
                  <a:lnTo>
                    <a:pt x="1008114" y="238211"/>
                  </a:lnTo>
                  <a:lnTo>
                    <a:pt x="864098" y="209229"/>
                  </a:lnTo>
                  <a:lnTo>
                    <a:pt x="720081" y="176771"/>
                  </a:lnTo>
                  <a:lnTo>
                    <a:pt x="576065" y="142330"/>
                  </a:lnTo>
                  <a:lnTo>
                    <a:pt x="432048" y="106992"/>
                  </a:lnTo>
                  <a:lnTo>
                    <a:pt x="288032" y="71354"/>
                  </a:lnTo>
                  <a:lnTo>
                    <a:pt x="144016" y="35666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3" name="Polyline 1323"/>
            <p:cNvSpPr/>
            <p:nvPr/>
          </p:nvSpPr>
          <p:spPr>
            <a:xfrm>
              <a:off x="2910516" y="3786048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436"/>
                  </a:lnTo>
                  <a:lnTo>
                    <a:pt x="4896553" y="1210877"/>
                  </a:lnTo>
                  <a:lnTo>
                    <a:pt x="4752537" y="1175284"/>
                  </a:lnTo>
                  <a:lnTo>
                    <a:pt x="4608521" y="1139485"/>
                  </a:lnTo>
                  <a:lnTo>
                    <a:pt x="4464504" y="1103077"/>
                  </a:lnTo>
                  <a:lnTo>
                    <a:pt x="4320488" y="1065316"/>
                  </a:lnTo>
                  <a:lnTo>
                    <a:pt x="4176472" y="1025186"/>
                  </a:lnTo>
                  <a:lnTo>
                    <a:pt x="4032455" y="981811"/>
                  </a:lnTo>
                  <a:lnTo>
                    <a:pt x="3888439" y="935359"/>
                  </a:lnTo>
                  <a:lnTo>
                    <a:pt x="3744423" y="888242"/>
                  </a:lnTo>
                  <a:lnTo>
                    <a:pt x="3600406" y="845926"/>
                  </a:lnTo>
                  <a:lnTo>
                    <a:pt x="3456390" y="816323"/>
                  </a:lnTo>
                  <a:lnTo>
                    <a:pt x="3312374" y="807068"/>
                  </a:lnTo>
                  <a:lnTo>
                    <a:pt x="3168358" y="821176"/>
                  </a:lnTo>
                  <a:lnTo>
                    <a:pt x="3024342" y="853139"/>
                  </a:lnTo>
                  <a:lnTo>
                    <a:pt x="2880325" y="888230"/>
                  </a:lnTo>
                  <a:lnTo>
                    <a:pt x="2736309" y="906644"/>
                  </a:lnTo>
                  <a:lnTo>
                    <a:pt x="2592293" y="891290"/>
                  </a:lnTo>
                  <a:lnTo>
                    <a:pt x="2448276" y="835421"/>
                  </a:lnTo>
                  <a:lnTo>
                    <a:pt x="2304260" y="745785"/>
                  </a:lnTo>
                  <a:lnTo>
                    <a:pt x="2160244" y="639470"/>
                  </a:lnTo>
                  <a:lnTo>
                    <a:pt x="2016227" y="536285"/>
                  </a:lnTo>
                  <a:lnTo>
                    <a:pt x="1872211" y="450954"/>
                  </a:lnTo>
                  <a:lnTo>
                    <a:pt x="1728195" y="388986"/>
                  </a:lnTo>
                  <a:lnTo>
                    <a:pt x="1584179" y="347366"/>
                  </a:lnTo>
                  <a:lnTo>
                    <a:pt x="1440163" y="318460"/>
                  </a:lnTo>
                  <a:lnTo>
                    <a:pt x="1296146" y="294354"/>
                  </a:lnTo>
                  <a:lnTo>
                    <a:pt x="1152130" y="269583"/>
                  </a:lnTo>
                  <a:lnTo>
                    <a:pt x="1008114" y="241735"/>
                  </a:lnTo>
                  <a:lnTo>
                    <a:pt x="864098" y="210643"/>
                  </a:lnTo>
                  <a:lnTo>
                    <a:pt x="720081" y="177180"/>
                  </a:lnTo>
                  <a:lnTo>
                    <a:pt x="576065" y="142366"/>
                  </a:lnTo>
                  <a:lnTo>
                    <a:pt x="432048" y="106942"/>
                  </a:lnTo>
                  <a:lnTo>
                    <a:pt x="288032" y="71312"/>
                  </a:lnTo>
                  <a:lnTo>
                    <a:pt x="144016" y="35648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4" name="Polyline 1324"/>
            <p:cNvSpPr/>
            <p:nvPr/>
          </p:nvSpPr>
          <p:spPr>
            <a:xfrm>
              <a:off x="2712786" y="4019460"/>
              <a:ext cx="5184585" cy="1282010"/>
            </a:xfrm>
            <a:custGeom>
              <a:avLst/>
              <a:gdLst/>
              <a:ahLst/>
              <a:cxnLst/>
              <a:rect l="l" t="t" r="r" b="b"/>
              <a:pathLst>
                <a:path w="5184585" h="1282010">
                  <a:moveTo>
                    <a:pt x="5184585" y="1282010"/>
                  </a:moveTo>
                  <a:lnTo>
                    <a:pt x="5040569" y="1246402"/>
                  </a:lnTo>
                  <a:lnTo>
                    <a:pt x="4896553" y="1210797"/>
                  </a:lnTo>
                  <a:lnTo>
                    <a:pt x="4752537" y="1175188"/>
                  </a:lnTo>
                  <a:lnTo>
                    <a:pt x="4608521" y="1139556"/>
                  </a:lnTo>
                  <a:lnTo>
                    <a:pt x="4464504" y="1103852"/>
                  </a:lnTo>
                  <a:lnTo>
                    <a:pt x="4320488" y="1067994"/>
                  </a:lnTo>
                  <a:lnTo>
                    <a:pt x="4176472" y="1031864"/>
                  </a:lnTo>
                  <a:lnTo>
                    <a:pt x="4032455" y="995362"/>
                  </a:lnTo>
                  <a:lnTo>
                    <a:pt x="3888439" y="958507"/>
                  </a:lnTo>
                  <a:lnTo>
                    <a:pt x="3744423" y="921576"/>
                  </a:lnTo>
                  <a:lnTo>
                    <a:pt x="3600406" y="885195"/>
                  </a:lnTo>
                  <a:lnTo>
                    <a:pt x="3456390" y="850273"/>
                  </a:lnTo>
                  <a:lnTo>
                    <a:pt x="3312374" y="817686"/>
                  </a:lnTo>
                  <a:lnTo>
                    <a:pt x="3168358" y="787778"/>
                  </a:lnTo>
                  <a:lnTo>
                    <a:pt x="3024342" y="759921"/>
                  </a:lnTo>
                  <a:lnTo>
                    <a:pt x="2880325" y="732421"/>
                  </a:lnTo>
                  <a:lnTo>
                    <a:pt x="2736309" y="703008"/>
                  </a:lnTo>
                  <a:lnTo>
                    <a:pt x="2592293" y="669721"/>
                  </a:lnTo>
                  <a:lnTo>
                    <a:pt x="2448276" y="631786"/>
                  </a:lnTo>
                  <a:lnTo>
                    <a:pt x="2304260" y="589976"/>
                  </a:lnTo>
                  <a:lnTo>
                    <a:pt x="2160244" y="546252"/>
                  </a:lnTo>
                  <a:lnTo>
                    <a:pt x="2016227" y="502888"/>
                  </a:lnTo>
                  <a:lnTo>
                    <a:pt x="1872211" y="461572"/>
                  </a:lnTo>
                  <a:lnTo>
                    <a:pt x="1728195" y="422937"/>
                  </a:lnTo>
                  <a:lnTo>
                    <a:pt x="1584179" y="386636"/>
                  </a:lnTo>
                  <a:lnTo>
                    <a:pt x="1440163" y="351793"/>
                  </a:lnTo>
                  <a:lnTo>
                    <a:pt x="1296147" y="317503"/>
                  </a:lnTo>
                  <a:lnTo>
                    <a:pt x="1152130" y="283134"/>
                  </a:lnTo>
                  <a:lnTo>
                    <a:pt x="1008114" y="248414"/>
                  </a:lnTo>
                  <a:lnTo>
                    <a:pt x="864098" y="213321"/>
                  </a:lnTo>
                  <a:lnTo>
                    <a:pt x="720081" y="177957"/>
                  </a:lnTo>
                  <a:lnTo>
                    <a:pt x="576065" y="142436"/>
                  </a:lnTo>
                  <a:lnTo>
                    <a:pt x="432048" y="106847"/>
                  </a:lnTo>
                  <a:lnTo>
                    <a:pt x="288032" y="71233"/>
                  </a:lnTo>
                  <a:lnTo>
                    <a:pt x="144016" y="35615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5" name="Polyline 1325"/>
            <p:cNvSpPr/>
            <p:nvPr/>
          </p:nvSpPr>
          <p:spPr>
            <a:xfrm>
              <a:off x="2515055" y="4252892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399"/>
                  </a:lnTo>
                  <a:lnTo>
                    <a:pt x="4896553" y="1210788"/>
                  </a:lnTo>
                  <a:lnTo>
                    <a:pt x="4752537" y="1175175"/>
                  </a:lnTo>
                  <a:lnTo>
                    <a:pt x="4608521" y="1139565"/>
                  </a:lnTo>
                  <a:lnTo>
                    <a:pt x="4464504" y="1103958"/>
                  </a:lnTo>
                  <a:lnTo>
                    <a:pt x="4320488" y="1068358"/>
                  </a:lnTo>
                  <a:lnTo>
                    <a:pt x="4176472" y="1032770"/>
                  </a:lnTo>
                  <a:lnTo>
                    <a:pt x="4032455" y="997200"/>
                  </a:lnTo>
                  <a:lnTo>
                    <a:pt x="3888439" y="961645"/>
                  </a:lnTo>
                  <a:lnTo>
                    <a:pt x="3744423" y="926094"/>
                  </a:lnTo>
                  <a:lnTo>
                    <a:pt x="3600406" y="890518"/>
                  </a:lnTo>
                  <a:lnTo>
                    <a:pt x="3456390" y="854874"/>
                  </a:lnTo>
                  <a:lnTo>
                    <a:pt x="3312374" y="819125"/>
                  </a:lnTo>
                  <a:lnTo>
                    <a:pt x="3168358" y="783253"/>
                  </a:lnTo>
                  <a:lnTo>
                    <a:pt x="3024342" y="747287"/>
                  </a:lnTo>
                  <a:lnTo>
                    <a:pt x="2880326" y="711304"/>
                  </a:lnTo>
                  <a:lnTo>
                    <a:pt x="2736309" y="675409"/>
                  </a:lnTo>
                  <a:lnTo>
                    <a:pt x="2592293" y="639691"/>
                  </a:lnTo>
                  <a:lnTo>
                    <a:pt x="2448276" y="604187"/>
                  </a:lnTo>
                  <a:lnTo>
                    <a:pt x="2304260" y="568859"/>
                  </a:lnTo>
                  <a:lnTo>
                    <a:pt x="2160244" y="533618"/>
                  </a:lnTo>
                  <a:lnTo>
                    <a:pt x="2016227" y="498361"/>
                  </a:lnTo>
                  <a:lnTo>
                    <a:pt x="1872211" y="463011"/>
                  </a:lnTo>
                  <a:lnTo>
                    <a:pt x="1728195" y="427538"/>
                  </a:lnTo>
                  <a:lnTo>
                    <a:pt x="1584179" y="391959"/>
                  </a:lnTo>
                  <a:lnTo>
                    <a:pt x="1440163" y="356312"/>
                  </a:lnTo>
                  <a:lnTo>
                    <a:pt x="1296147" y="320640"/>
                  </a:lnTo>
                  <a:lnTo>
                    <a:pt x="1152130" y="284972"/>
                  </a:lnTo>
                  <a:lnTo>
                    <a:pt x="1008114" y="249320"/>
                  </a:lnTo>
                  <a:lnTo>
                    <a:pt x="864098" y="213685"/>
                  </a:lnTo>
                  <a:lnTo>
                    <a:pt x="720081" y="178061"/>
                  </a:lnTo>
                  <a:lnTo>
                    <a:pt x="576065" y="142446"/>
                  </a:lnTo>
                  <a:lnTo>
                    <a:pt x="432048" y="106833"/>
                  </a:lnTo>
                  <a:lnTo>
                    <a:pt x="288032" y="71222"/>
                  </a:lnTo>
                  <a:lnTo>
                    <a:pt x="144016" y="35611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6" name="Polyline 1326"/>
            <p:cNvSpPr/>
            <p:nvPr/>
          </p:nvSpPr>
          <p:spPr>
            <a:xfrm>
              <a:off x="2317325" y="4486329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5040569" y="1246400"/>
                  </a:lnTo>
                  <a:lnTo>
                    <a:pt x="4896553" y="1210788"/>
                  </a:lnTo>
                  <a:lnTo>
                    <a:pt x="4752537" y="1175176"/>
                  </a:lnTo>
                  <a:lnTo>
                    <a:pt x="4608521" y="1139565"/>
                  </a:lnTo>
                  <a:lnTo>
                    <a:pt x="4464505" y="1103955"/>
                  </a:lnTo>
                  <a:lnTo>
                    <a:pt x="4320488" y="1068346"/>
                  </a:lnTo>
                  <a:lnTo>
                    <a:pt x="4176472" y="1032740"/>
                  </a:lnTo>
                  <a:lnTo>
                    <a:pt x="4032455" y="997137"/>
                  </a:lnTo>
                  <a:lnTo>
                    <a:pt x="3888439" y="961538"/>
                  </a:lnTo>
                  <a:lnTo>
                    <a:pt x="3744423" y="925940"/>
                  </a:lnTo>
                  <a:lnTo>
                    <a:pt x="3600406" y="890336"/>
                  </a:lnTo>
                  <a:lnTo>
                    <a:pt x="3456390" y="854717"/>
                  </a:lnTo>
                  <a:lnTo>
                    <a:pt x="3312374" y="819076"/>
                  </a:lnTo>
                  <a:lnTo>
                    <a:pt x="3168358" y="783408"/>
                  </a:lnTo>
                  <a:lnTo>
                    <a:pt x="3024342" y="747720"/>
                  </a:lnTo>
                  <a:lnTo>
                    <a:pt x="2880326" y="712028"/>
                  </a:lnTo>
                  <a:lnTo>
                    <a:pt x="2736309" y="676356"/>
                  </a:lnTo>
                  <a:lnTo>
                    <a:pt x="2592293" y="640721"/>
                  </a:lnTo>
                  <a:lnTo>
                    <a:pt x="2448276" y="605133"/>
                  </a:lnTo>
                  <a:lnTo>
                    <a:pt x="2304260" y="569583"/>
                  </a:lnTo>
                  <a:lnTo>
                    <a:pt x="2160244" y="534052"/>
                  </a:lnTo>
                  <a:lnTo>
                    <a:pt x="2016227" y="498518"/>
                  </a:lnTo>
                  <a:lnTo>
                    <a:pt x="1872211" y="462963"/>
                  </a:lnTo>
                  <a:lnTo>
                    <a:pt x="1728195" y="427381"/>
                  </a:lnTo>
                  <a:lnTo>
                    <a:pt x="1584179" y="391777"/>
                  </a:lnTo>
                  <a:lnTo>
                    <a:pt x="1440163" y="356157"/>
                  </a:lnTo>
                  <a:lnTo>
                    <a:pt x="1296147" y="320532"/>
                  </a:lnTo>
                  <a:lnTo>
                    <a:pt x="1152130" y="284909"/>
                  </a:lnTo>
                  <a:lnTo>
                    <a:pt x="1008114" y="249289"/>
                  </a:lnTo>
                  <a:lnTo>
                    <a:pt x="864098" y="213672"/>
                  </a:lnTo>
                  <a:lnTo>
                    <a:pt x="720081" y="178058"/>
                  </a:lnTo>
                  <a:lnTo>
                    <a:pt x="576065" y="142446"/>
                  </a:lnTo>
                  <a:lnTo>
                    <a:pt x="432048" y="106834"/>
                  </a:lnTo>
                  <a:lnTo>
                    <a:pt x="288032" y="71223"/>
                  </a:lnTo>
                  <a:lnTo>
                    <a:pt x="144016" y="35612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E2E8F0">
                  <a:alpha val="45000"/>
                </a:srgbClr>
              </a:solidFill>
            </a:ln>
          </p:spPr>
        </p:sp>
        <p:sp>
          <p:nvSpPr>
            <p:cNvPr id="1327" name="Line 1327"/>
            <p:cNvSpPr/>
            <p:nvPr/>
          </p:nvSpPr>
          <p:spPr>
            <a:xfrm>
              <a:off x="7501910" y="5366025"/>
              <a:ext cx="2372765" cy="2801243"/>
            </a:xfrm>
            <a:custGeom>
              <a:avLst/>
              <a:gdLst/>
              <a:ahLst/>
              <a:cxnLst/>
              <a:rect l="l" t="t" r="r" b="b"/>
              <a:pathLst>
                <a:path w="2372765" h="2801243">
                  <a:moveTo>
                    <a:pt x="2372765" y="0"/>
                  </a:moveTo>
                  <a:lnTo>
                    <a:pt x="0" y="2801243"/>
                  </a:lnTo>
                </a:path>
              </a:pathLst>
            </a:custGeom>
            <a:noFill/>
            <a:ln w="19050">
              <a:solidFill>
                <a:srgbClr val="BFDBFE"/>
              </a:solidFill>
            </a:ln>
          </p:spPr>
        </p:sp>
        <p:sp>
          <p:nvSpPr>
            <p:cNvPr id="1328" name="TextBox 1328"/>
            <p:cNvSpPr txBox="1"/>
            <p:nvPr/>
          </p:nvSpPr>
          <p:spPr>
            <a:xfrm>
              <a:off x="7489528" y="8004867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FDBFE"/>
                  </a:solidFill>
                  <a:latin typeface="Segoe UI"/>
                  <a:ea typeface="Microsoft YaHei"/>
                  <a:cs typeface="Segoe UI"/>
                </a:rPr>
                <a:t>x</a:t>
              </a:r>
            </a:p>
          </p:txBody>
        </p:sp>
        <p:sp>
          <p:nvSpPr>
            <p:cNvPr id="1329" name="Line 1329"/>
            <p:cNvSpPr/>
            <p:nvPr/>
          </p:nvSpPr>
          <p:spPr>
            <a:xfrm>
              <a:off x="4690090" y="4084014"/>
              <a:ext cx="5184585" cy="1282011"/>
            </a:xfrm>
            <a:custGeom>
              <a:avLst/>
              <a:gdLst/>
              <a:ahLst/>
              <a:cxnLst/>
              <a:rect l="l" t="t" r="r" b="b"/>
              <a:pathLst>
                <a:path w="5184585" h="1282011">
                  <a:moveTo>
                    <a:pt x="5184585" y="1282011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BF7D0"/>
              </a:solidFill>
            </a:ln>
          </p:spPr>
        </p:sp>
        <p:sp>
          <p:nvSpPr>
            <p:cNvPr id="1330" name="TextBox 1330"/>
            <p:cNvSpPr txBox="1"/>
            <p:nvPr/>
          </p:nvSpPr>
          <p:spPr>
            <a:xfrm>
              <a:off x="4677707" y="3921613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BBF7D0"/>
                  </a:solidFill>
                  <a:latin typeface="Segoe UI"/>
                  <a:ea typeface="Microsoft YaHei"/>
                  <a:cs typeface="Segoe UI"/>
                </a:rPr>
                <a:t>y</a:t>
              </a:r>
            </a:p>
          </p:txBody>
        </p:sp>
        <p:sp>
          <p:nvSpPr>
            <p:cNvPr id="1331" name="Line 1331"/>
            <p:cNvSpPr/>
            <p:nvPr/>
          </p:nvSpPr>
          <p:spPr>
            <a:xfrm>
              <a:off x="9874675" y="568168"/>
              <a:ext cx="9525" cy="4797857"/>
            </a:xfrm>
            <a:custGeom>
              <a:avLst/>
              <a:gdLst/>
              <a:ahLst/>
              <a:cxnLst/>
              <a:rect l="l" t="t" r="r" b="b"/>
              <a:pathLst>
                <a:path w="9525" h="4797857">
                  <a:moveTo>
                    <a:pt x="0" y="479785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ECACA"/>
              </a:solidFill>
            </a:ln>
          </p:spPr>
        </p:sp>
        <p:sp>
          <p:nvSpPr>
            <p:cNvPr id="1332" name="TextBox 1332"/>
            <p:cNvSpPr txBox="1"/>
            <p:nvPr/>
          </p:nvSpPr>
          <p:spPr>
            <a:xfrm>
              <a:off x="9862293" y="405767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ECACA"/>
                  </a:solidFill>
                  <a:latin typeface="Segoe UI"/>
                  <a:ea typeface="Microsoft YaHei"/>
                  <a:cs typeface="Segoe UI"/>
                </a:rPr>
                <a:t>z</a:t>
              </a:r>
            </a:p>
          </p:txBody>
        </p:sp>
        <p:sp>
          <p:nvSpPr>
            <p:cNvPr id="1333" name="TextBox 1333"/>
            <p:cNvSpPr txBox="1"/>
            <p:nvPr/>
          </p:nvSpPr>
          <p:spPr>
            <a:xfrm>
              <a:off x="1683068" y="5914549"/>
              <a:ext cx="26235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exp(-(x*x+y*y)/4) * cos(x) * cos(y)</a:t>
              </a:r>
            </a:p>
          </p:txBody>
        </p:sp>
      </p:grpSp>
      <p:sp>
        <p:nvSpPr>
          <p:cNvPr id="1335" name="TextBox 1335"/>
          <p:cNvSpPr txBox="1"/>
          <p:nvPr/>
        </p:nvSpPr>
        <p:spPr>
          <a:xfrm>
            <a:off x="1524000" y="6305550"/>
            <a:ext cx="91440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125" dirty="0">
                <a:solidFill>
                  <a:srgbClr val="C4B5FD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Probability amplitude |ψ(’r)|² for a hydrogen-like orbital — surface height encodes probability density</a:t>
            </a:r>
          </a:p>
        </p:txBody>
      </p:sp>
      <p:sp>
        <p:nvSpPr>
          <p:cNvPr id="1336" name="Ellipse 1336"/>
          <p:cNvSpPr/>
          <p:nvPr/>
        </p:nvSpPr>
        <p:spPr>
          <a:xfrm>
            <a:off x="10858500" y="5524500"/>
            <a:ext cx="1143000" cy="1143000"/>
          </a:xfrm>
          <a:prstGeom prst="ellipse">
            <a:avLst/>
          </a:prstGeom>
          <a:solidFill>
            <a:srgbClr val="C4B5FD">
              <a:alpha val="12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361950"/>
            <a:ext cx="76200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The Uncertainty Principle</a:t>
            </a:r>
          </a:p>
        </p:txBody>
      </p:sp>
      <p:sp>
        <p:nvSpPr>
          <p:cNvPr id="4" name="Freeform 4"/>
          <p:cNvSpPr/>
          <p:nvPr/>
        </p:nvSpPr>
        <p:spPr>
          <a:xfrm>
            <a:off x="571500" y="102870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209550" y="0"/>
                </a:moveTo>
                <a:lnTo>
                  <a:pt x="10839450" y="0"/>
                </a:lnTo>
                <a:cubicBezTo>
                  <a:pt x="10955181" y="0"/>
                  <a:pt x="11049000" y="93819"/>
                  <a:pt x="11049000" y="209550"/>
                </a:cubicBezTo>
                <a:lnTo>
                  <a:pt x="11049000" y="1695450"/>
                </a:lnTo>
                <a:cubicBezTo>
                  <a:pt x="11049000" y="1811181"/>
                  <a:pt x="10955181" y="1905000"/>
                  <a:pt x="10839450" y="1905000"/>
                </a:cubicBezTo>
                <a:lnTo>
                  <a:pt x="209550" y="1905000"/>
                </a:lnTo>
                <a:cubicBezTo>
                  <a:pt x="93819" y="1905000"/>
                  <a:pt x="0" y="1811181"/>
                  <a:pt x="0" y="16954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C4B5FD">
              <a:alpha val="7000"/>
            </a:srgbClr>
          </a:solidFill>
          <a:ln w="9525">
            <a:solidFill>
              <a:srgbClr val="C4B5FD">
                <a:alpha val="22000"/>
              </a:srgbClr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824294" y="907256"/>
            <a:ext cx="2976371" cy="1183234"/>
            <a:chOff x="824294" y="907256"/>
            <a:chExt cx="2976371" cy="1183234"/>
          </a:xfrm>
        </p:grpSpPr>
        <p:sp>
          <p:nvSpPr>
            <p:cNvPr id="5" name="TextBox 5"/>
            <p:cNvSpPr txBox="1"/>
            <p:nvPr/>
          </p:nvSpPr>
          <p:spPr>
            <a:xfrm>
              <a:off x="824294" y="1059504"/>
              <a:ext cx="261518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i="1" dirty="0">
                  <a:solidFill>
                    <a:srgbClr val="C4B5FD"/>
                  </a:solidFill>
                  <a:latin typeface="Cambria Math"/>
                  <a:ea typeface="Microsoft YaHei"/>
                  <a:cs typeface="Cambria Math"/>
                </a:rPr>
                <a:t>Δ x · Δ p 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439615" y="907256"/>
              <a:ext cx="296883" cy="5705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8" i="1" dirty="0">
                  <a:solidFill>
                    <a:srgbClr val="C4B5FD"/>
                  </a:solidFill>
                  <a:latin typeface="Cambria Math"/>
                  <a:ea typeface="Microsoft YaHei"/>
                  <a:cs typeface="Cambria Math"/>
                </a:rPr>
                <a:t>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338893" y="1411548"/>
              <a:ext cx="461772" cy="9525"/>
            </a:xfrm>
            <a:custGeom>
              <a:avLst/>
              <a:gdLst/>
              <a:ahLst/>
              <a:cxnLst/>
              <a:rect l="l" t="t" r="r" b="b"/>
              <a:pathLst>
                <a:path w="461772" h="9525">
                  <a:moveTo>
                    <a:pt x="0" y="0"/>
                  </a:moveTo>
                  <a:lnTo>
                    <a:pt x="461772" y="0"/>
                  </a:lnTo>
                </a:path>
              </a:pathLst>
            </a:custGeom>
            <a:noFill/>
            <a:ln w="25146">
              <a:solidFill>
                <a:srgbClr val="C4B5F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39615" y="1519904"/>
              <a:ext cx="296883" cy="5705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08" i="1" dirty="0">
                  <a:solidFill>
                    <a:srgbClr val="C4B5FD"/>
                  </a:solidFill>
                  <a:latin typeface="Cambria Math"/>
                  <a:ea typeface="Microsoft YaHei"/>
                  <a:cs typeface="Cambria Math"/>
                </a:rPr>
                <a:t>2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62000" y="3316129"/>
            <a:ext cx="952500" cy="3000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F1F5F9">
                    <a:alpha val="72000"/>
                  </a:srgbClr>
                </a:solidFill>
                <a:latin typeface="Segoe UI"/>
                <a:ea typeface="Microsoft YaHei"/>
                <a:cs typeface="Segoe UI"/>
              </a:rPr>
              <a:t>We cannot simultaneously know both the exact position and momentum of a particle — this is not a limitation of our instruments, but a fundamental property of nature.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30580" y="4857750"/>
            <a:ext cx="1736217" cy="690220"/>
            <a:chOff x="830580" y="4857750"/>
            <a:chExt cx="1736217" cy="690220"/>
          </a:xfrm>
        </p:grpSpPr>
        <p:sp>
          <p:nvSpPr>
            <p:cNvPr id="11" name="TextBox 11"/>
            <p:cNvSpPr txBox="1"/>
            <p:nvPr/>
          </p:nvSpPr>
          <p:spPr>
            <a:xfrm>
              <a:off x="830580" y="4946561"/>
              <a:ext cx="152552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i="1" dirty="0">
                  <a:solidFill>
                    <a:srgbClr val="F9A8D4"/>
                  </a:solidFill>
                  <a:latin typeface="Cambria Math"/>
                  <a:ea typeface="Microsoft YaHei"/>
                  <a:cs typeface="Cambria Math"/>
                </a:rPr>
                <a:t>Δ E · Δ t 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56184" y="4857750"/>
              <a:ext cx="173182" cy="3328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38" i="1" dirty="0">
                  <a:solidFill>
                    <a:srgbClr val="F9A8D4"/>
                  </a:solidFill>
                  <a:latin typeface="Cambria Math"/>
                  <a:ea typeface="Microsoft YaHei"/>
                  <a:cs typeface="Cambria Math"/>
                </a:rPr>
                <a:t>ℏ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97430" y="5151920"/>
              <a:ext cx="269367" cy="9525"/>
            </a:xfrm>
            <a:custGeom>
              <a:avLst/>
              <a:gdLst/>
              <a:ahLst/>
              <a:cxnLst/>
              <a:rect l="l" t="t" r="r" b="b"/>
              <a:pathLst>
                <a:path w="269367" h="9525">
                  <a:moveTo>
                    <a:pt x="0" y="0"/>
                  </a:moveTo>
                  <a:lnTo>
                    <a:pt x="269367" y="0"/>
                  </a:lnTo>
                </a:path>
              </a:pathLst>
            </a:custGeom>
            <a:noFill/>
            <a:ln w="14668">
              <a:solidFill>
                <a:srgbClr val="F9A8D4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56184" y="5215128"/>
              <a:ext cx="173182" cy="3328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38" i="1" dirty="0">
                  <a:solidFill>
                    <a:srgbClr val="F9A8D4"/>
                  </a:solidFill>
                  <a:latin typeface="Cambria Math"/>
                  <a:ea typeface="Microsoft YaHei"/>
                  <a:cs typeface="Cambria Math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71235" y="4857750"/>
            <a:ext cx="4898518" cy="640918"/>
            <a:chOff x="6071235" y="4857750"/>
            <a:chExt cx="4898518" cy="640918"/>
          </a:xfrm>
        </p:grpSpPr>
        <p:sp>
          <p:nvSpPr>
            <p:cNvPr id="16" name="TextBox 16"/>
            <p:cNvSpPr txBox="1"/>
            <p:nvPr/>
          </p:nvSpPr>
          <p:spPr>
            <a:xfrm>
              <a:off x="6071235" y="4940217"/>
              <a:ext cx="131687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i="1" dirty="0">
                  <a:solidFill>
                    <a:srgbClr val="FBBF24"/>
                  </a:solidFill>
                  <a:latin typeface="Cambria Math"/>
                  <a:ea typeface="Microsoft YaHei"/>
                  <a:cs typeface="Cambria Math"/>
                </a:rPr>
                <a:t>σ_A σ_B 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9089" y="4857750"/>
              <a:ext cx="105276" cy="309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21" i="1" dirty="0">
                  <a:solidFill>
                    <a:srgbClr val="FBBF24"/>
                  </a:solidFill>
                  <a:latin typeface="Cambria Math"/>
                  <a:ea typeface="Microsoft YaHei"/>
                  <a:cs typeface="Cambria Math"/>
                </a:rPr>
                <a:t>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304532" y="5130908"/>
              <a:ext cx="250126" cy="9525"/>
            </a:xfrm>
            <a:custGeom>
              <a:avLst/>
              <a:gdLst/>
              <a:ahLst/>
              <a:cxnLst/>
              <a:rect l="l" t="t" r="r" b="b"/>
              <a:pathLst>
                <a:path w="250126" h="9525">
                  <a:moveTo>
                    <a:pt x="0" y="0"/>
                  </a:moveTo>
                  <a:lnTo>
                    <a:pt x="250126" y="0"/>
                  </a:lnTo>
                </a:path>
              </a:pathLst>
            </a:custGeom>
            <a:noFill/>
            <a:ln w="13621">
              <a:solidFill>
                <a:srgbClr val="FBBF2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59089" y="5189601"/>
              <a:ext cx="160812" cy="3090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21" i="1" dirty="0">
                  <a:solidFill>
                    <a:srgbClr val="FBBF24"/>
                  </a:solidFill>
                  <a:latin typeface="Cambria Math"/>
                  <a:ea typeface="Microsoft YaHei"/>
                  <a:cs typeface="Cambria Math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612" y="4940217"/>
              <a:ext cx="34101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i="1" dirty="0">
                  <a:solidFill>
                    <a:srgbClr val="FBBF24"/>
                  </a:solidFill>
                  <a:latin typeface="Cambria Math"/>
                  <a:ea typeface="Microsoft YaHei"/>
                  <a:cs typeface="Cambria Math"/>
                </a:rPr>
                <a:t>| langle [Â, B̂] rangle |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96000" y="5791200"/>
            <a:ext cx="55245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1050" dirty="0">
                <a:solidFill>
                  <a:srgbClr val="FBBF24">
                    <a:alpha val="50000"/>
                  </a:srgbClr>
                </a:solidFill>
                <a:latin typeface="Segoe UI"/>
                <a:ea typeface="Microsoft YaHei"/>
                <a:cs typeface="Segoe UI"/>
              </a:rPr>
              <a:t>Robertson generalization — any two observables</a:t>
            </a:r>
          </a:p>
        </p:txBody>
      </p:sp>
    </p:spTree>
  </p:cSld>
  <p:clrMapOvr>
    <a:masterClrMapping/>
  </p:clrMapOvr>
  <p:transition dur="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361950"/>
            <a:ext cx="72390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15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Quantum Tunneling</a:t>
            </a:r>
          </a:p>
        </p:txBody>
      </p:sp>
      <p:sp>
        <p:nvSpPr>
          <p:cNvPr id="4" name="Freeform 4"/>
          <p:cNvSpPr/>
          <p:nvPr/>
        </p:nvSpPr>
        <p:spPr>
          <a:xfrm>
            <a:off x="5143500" y="1333500"/>
            <a:ext cx="952500" cy="3619500"/>
          </a:xfrm>
          <a:custGeom>
            <a:avLst/>
            <a:gdLst/>
            <a:ahLst/>
            <a:cxnLst/>
            <a:rect l="l" t="t" r="r" b="b"/>
            <a:pathLst>
              <a:path w="952500" h="3619500">
                <a:moveTo>
                  <a:pt x="57150" y="0"/>
                </a:moveTo>
                <a:lnTo>
                  <a:pt x="895350" y="0"/>
                </a:lnTo>
                <a:cubicBezTo>
                  <a:pt x="926913" y="0"/>
                  <a:pt x="952500" y="25587"/>
                  <a:pt x="952500" y="57150"/>
                </a:cubicBezTo>
                <a:lnTo>
                  <a:pt x="952500" y="3562350"/>
                </a:lnTo>
                <a:cubicBezTo>
                  <a:pt x="952500" y="3593913"/>
                  <a:pt x="926913" y="3619500"/>
                  <a:pt x="895350" y="3619500"/>
                </a:cubicBezTo>
                <a:lnTo>
                  <a:pt x="57150" y="3619500"/>
                </a:lnTo>
                <a:cubicBezTo>
                  <a:pt x="25587" y="3619500"/>
                  <a:pt x="0" y="3593913"/>
                  <a:pt x="0" y="3562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C4B5FD">
              <a:alpha val="30000"/>
            </a:srgbClr>
          </a:solidFill>
          <a:ln w="19050">
            <a:solidFill>
              <a:srgbClr val="C4B5FD">
                <a:alpha val="5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4991100" y="952500"/>
            <a:ext cx="125730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050" dirty="0">
                <a:solidFill>
                  <a:srgbClr val="C4B5FD">
                    <a:alpha val="65000"/>
                  </a:srgbClr>
                </a:solidFill>
                <a:latin typeface="Segoe UI"/>
                <a:ea typeface="Microsoft YaHei"/>
                <a:cs typeface="Segoe UI"/>
              </a:rPr>
              <a:t>V₀ Barrier</a:t>
            </a:r>
          </a:p>
        </p:txBody>
      </p:sp>
      <p:sp>
        <p:nvSpPr>
          <p:cNvPr id="6" name="Ellipse 6"/>
          <p:cNvSpPr/>
          <p:nvPr/>
        </p:nvSpPr>
        <p:spPr>
          <a:xfrm>
            <a:off x="1562100" y="2800350"/>
            <a:ext cx="685800" cy="685800"/>
          </a:xfrm>
          <a:prstGeom prst="ellipse">
            <a:avLst/>
          </a:prstGeom>
          <a:solidFill>
            <a:srgbClr val="FBBF24">
              <a:alpha val="90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62000" y="4095750"/>
            <a:ext cx="2857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/>
            <a:r>
              <a:rPr lang="en-US" sz="1125" dirty="0">
                <a:solidFill>
                  <a:srgbClr val="FBBF24">
                    <a:alpha val="65000"/>
                  </a:srgbClr>
                </a:solidFill>
                <a:latin typeface="Segoe UI"/>
                <a:ea typeface="Microsoft YaHei"/>
                <a:cs typeface="Segoe UI"/>
              </a:rPr>
              <a:t>Particle wave packet (click to tunnel through)</a:t>
            </a:r>
          </a:p>
        </p:txBody>
      </p:sp>
      <p:sp>
        <p:nvSpPr>
          <p:cNvPr id="8" name="Freeform 8"/>
          <p:cNvSpPr/>
          <p:nvPr/>
        </p:nvSpPr>
        <p:spPr>
          <a:xfrm>
            <a:off x="571500" y="5219700"/>
            <a:ext cx="7620000" cy="1047750"/>
          </a:xfrm>
          <a:custGeom>
            <a:avLst/>
            <a:gdLst/>
            <a:ahLst/>
            <a:cxnLst/>
            <a:rect l="l" t="t" r="r" b="b"/>
            <a:pathLst>
              <a:path w="7620000" h="1047750">
                <a:moveTo>
                  <a:pt x="171450" y="0"/>
                </a:moveTo>
                <a:lnTo>
                  <a:pt x="7448550" y="0"/>
                </a:lnTo>
                <a:cubicBezTo>
                  <a:pt x="7543239" y="0"/>
                  <a:pt x="7620000" y="76761"/>
                  <a:pt x="7620000" y="171450"/>
                </a:cubicBezTo>
                <a:lnTo>
                  <a:pt x="7620000" y="876300"/>
                </a:lnTo>
                <a:cubicBezTo>
                  <a:pt x="7620000" y="970989"/>
                  <a:pt x="7543239" y="1047750"/>
                  <a:pt x="7448550" y="1047750"/>
                </a:cubicBezTo>
                <a:lnTo>
                  <a:pt x="171450" y="1047750"/>
                </a:lnTo>
                <a:cubicBezTo>
                  <a:pt x="76761" y="1047750"/>
                  <a:pt x="0" y="970989"/>
                  <a:pt x="0" y="876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C4B5FD">
              <a:alpha val="6000"/>
            </a:srgbClr>
          </a:solidFill>
          <a:ln w="9525">
            <a:solidFill>
              <a:srgbClr val="C4B5FD">
                <a:alpha val="18000"/>
              </a:srgbClr>
            </a:solidFill>
          </a:ln>
        </p:spPr>
      </p:sp>
      <p:grpSp>
        <p:nvGrpSpPr>
          <p:cNvPr id="16" name="Group 16"/>
          <p:cNvGrpSpPr/>
          <p:nvPr/>
        </p:nvGrpSpPr>
        <p:grpSpPr>
          <a:xfrm>
            <a:off x="832485" y="5422583"/>
            <a:ext cx="3015081" cy="555271"/>
            <a:chOff x="832485" y="5422583"/>
            <a:chExt cx="3015081" cy="555271"/>
          </a:xfrm>
        </p:grpSpPr>
        <p:sp>
          <p:nvSpPr>
            <p:cNvPr id="9" name="TextBox 9"/>
            <p:cNvSpPr txBox="1"/>
            <p:nvPr/>
          </p:nvSpPr>
          <p:spPr>
            <a:xfrm>
              <a:off x="832485" y="5482034"/>
              <a:ext cx="204311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i="1" dirty="0">
                  <a:solidFill>
                    <a:srgbClr val="F1F5F9"/>
                  </a:solidFill>
                  <a:latin typeface="Cambria Math"/>
                  <a:ea typeface="Microsoft YaHei"/>
                  <a:cs typeface="Cambria Math"/>
                </a:rPr>
                <a:t>T ≈ e⁻²κ L, κ =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45283" y="5501846"/>
              <a:ext cx="2061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1F5F9"/>
                  </a:solidFill>
                  <a:latin typeface="Cambria Math"/>
                  <a:ea typeface="Microsoft YaHei"/>
                  <a:cs typeface="Cambria Math"/>
                </a:rPr>
                <a:t>√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811704" y="5422583"/>
              <a:ext cx="877020" cy="9525"/>
            </a:xfrm>
            <a:custGeom>
              <a:avLst/>
              <a:gdLst/>
              <a:ahLst/>
              <a:cxnLst/>
              <a:rect l="l" t="t" r="r" b="b"/>
              <a:pathLst>
                <a:path w="877020" h="9525">
                  <a:moveTo>
                    <a:pt x="0" y="0"/>
                  </a:moveTo>
                  <a:lnTo>
                    <a:pt x="877020" y="0"/>
                  </a:lnTo>
                </a:path>
              </a:pathLst>
            </a:custGeom>
            <a:noFill/>
            <a:ln w="11144">
              <a:solidFill>
                <a:srgbClr val="F1F5F9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847960" y="5452301"/>
              <a:ext cx="999606" cy="525553"/>
              <a:chOff x="2847960" y="5452301"/>
              <a:chExt cx="999606" cy="525553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2868673" y="5452301"/>
                <a:ext cx="978893" cy="253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7" i="1" dirty="0">
                    <a:solidFill>
                      <a:srgbClr val="F1F5F9"/>
                    </a:solidFill>
                    <a:latin typeface="Cambria Math"/>
                    <a:ea typeface="Microsoft YaHei"/>
                    <a:cs typeface="Cambria Math"/>
                  </a:rPr>
                  <a:t>2m(V₀ - E)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2847960" y="5676290"/>
                <a:ext cx="79856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8565" h="9525">
                    <a:moveTo>
                      <a:pt x="0" y="0"/>
                    </a:moveTo>
                    <a:lnTo>
                      <a:pt x="798565" y="0"/>
                    </a:lnTo>
                  </a:path>
                </a:pathLst>
              </a:custGeom>
              <a:noFill/>
              <a:ln w="11169">
                <a:solidFill>
                  <a:srgbClr val="F1F5F9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147452" y="5724419"/>
                <a:ext cx="232052" cy="2534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47" i="1" dirty="0">
                    <a:solidFill>
                      <a:srgbClr val="F1F5F9"/>
                    </a:solidFill>
                    <a:latin typeface="Cambria Math"/>
                    <a:ea typeface="Microsoft YaHei"/>
                    <a:cs typeface="Cambria Math"/>
                  </a:rPr>
                  <a:t>ℏ²</a:t>
                </a:r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857250" y="6115050"/>
            <a:ext cx="7048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125" dirty="0">
                <a:solidFill>
                  <a:srgbClr val="C4B5FD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Transmission probability decays exponentially with barrier width L and the evanescent decay constant 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" y="15240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125" dirty="0">
                <a:solidFill>
                  <a:srgbClr val="FBBF24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Region I: Propagating ψ = Ae^{ikx} + Be^{-ikx}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67500" y="1524000"/>
            <a:ext cx="3810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125" dirty="0">
                <a:solidFill>
                  <a:srgbClr val="6EE7B7">
                    <a:alpha val="55000"/>
                  </a:srgbClr>
                </a:solidFill>
                <a:latin typeface="Segoe UI"/>
                <a:ea typeface="Microsoft YaHei"/>
                <a:cs typeface="Segoe UI"/>
              </a:rPr>
              <a:t>Region III: Transmitted ψ = Fe^{ikx}</a:t>
            </a:r>
          </a:p>
        </p:txBody>
      </p:sp>
    </p:spTree>
  </p:cSld>
  <p:clrMapOvr>
    <a:masterClrMapping/>
  </p:clrMapOvr>
  <p:transition dur="5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2000" y="361950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3300" b="1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Key Takeaways</a:t>
            </a:r>
          </a:p>
        </p:txBody>
      </p:sp>
      <p:sp>
        <p:nvSpPr>
          <p:cNvPr id="4" name="Freeform 4"/>
          <p:cNvSpPr/>
          <p:nvPr/>
        </p:nvSpPr>
        <p:spPr>
          <a:xfrm>
            <a:off x="571500" y="1143000"/>
            <a:ext cx="5238750" cy="2095500"/>
          </a:xfrm>
          <a:custGeom>
            <a:avLst/>
            <a:gdLst/>
            <a:ahLst/>
            <a:cxnLst/>
            <a:rect l="l" t="t" r="r" b="b"/>
            <a:pathLst>
              <a:path w="5238750" h="2095500">
                <a:moveTo>
                  <a:pt x="209550" y="0"/>
                </a:moveTo>
                <a:lnTo>
                  <a:pt x="5029200" y="0"/>
                </a:lnTo>
                <a:cubicBezTo>
                  <a:pt x="5144931" y="0"/>
                  <a:pt x="5238750" y="93819"/>
                  <a:pt x="5238750" y="209550"/>
                </a:cubicBezTo>
                <a:lnTo>
                  <a:pt x="5238750" y="1885950"/>
                </a:lnTo>
                <a:cubicBezTo>
                  <a:pt x="5238750" y="2001681"/>
                  <a:pt x="5144931" y="2095500"/>
                  <a:pt x="5029200" y="2095500"/>
                </a:cubicBezTo>
                <a:lnTo>
                  <a:pt x="209550" y="2095500"/>
                </a:lnTo>
                <a:cubicBezTo>
                  <a:pt x="93819" y="2095500"/>
                  <a:pt x="0" y="2001681"/>
                  <a:pt x="0" y="18859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C4B5FD">
              <a:alpha val="8000"/>
            </a:srgbClr>
          </a:solidFill>
          <a:ln w="9525">
            <a:solidFill>
              <a:srgbClr val="C4B5FD">
                <a:alpha val="24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52500" y="140970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2100" b="1" dirty="0">
                <a:solidFill>
                  <a:srgbClr val="C4B5FD">
                    <a:alpha val="40000"/>
                  </a:srgbClr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2500" y="18669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Wave functions encode all measurable information about a quantum system</a:t>
            </a:r>
          </a:p>
        </p:txBody>
      </p:sp>
      <p:sp>
        <p:nvSpPr>
          <p:cNvPr id="7" name="Freeform 7"/>
          <p:cNvSpPr/>
          <p:nvPr/>
        </p:nvSpPr>
        <p:spPr>
          <a:xfrm>
            <a:off x="6381750" y="1143000"/>
            <a:ext cx="5238750" cy="2095500"/>
          </a:xfrm>
          <a:custGeom>
            <a:avLst/>
            <a:gdLst/>
            <a:ahLst/>
            <a:cxnLst/>
            <a:rect l="l" t="t" r="r" b="b"/>
            <a:pathLst>
              <a:path w="5238750" h="2095500">
                <a:moveTo>
                  <a:pt x="209550" y="0"/>
                </a:moveTo>
                <a:lnTo>
                  <a:pt x="5029200" y="0"/>
                </a:lnTo>
                <a:cubicBezTo>
                  <a:pt x="5144931" y="0"/>
                  <a:pt x="5238750" y="93819"/>
                  <a:pt x="5238750" y="209550"/>
                </a:cubicBezTo>
                <a:lnTo>
                  <a:pt x="5238750" y="1885950"/>
                </a:lnTo>
                <a:cubicBezTo>
                  <a:pt x="5238750" y="2001681"/>
                  <a:pt x="5144931" y="2095500"/>
                  <a:pt x="5029200" y="2095500"/>
                </a:cubicBezTo>
                <a:lnTo>
                  <a:pt x="209550" y="2095500"/>
                </a:lnTo>
                <a:cubicBezTo>
                  <a:pt x="93819" y="2095500"/>
                  <a:pt x="0" y="2001681"/>
                  <a:pt x="0" y="18859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9A8D4">
              <a:alpha val="8000"/>
            </a:srgbClr>
          </a:solidFill>
          <a:ln w="9525">
            <a:solidFill>
              <a:srgbClr val="F9A8D4">
                <a:alpha val="24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6762750" y="140970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2100" b="1" dirty="0">
                <a:solidFill>
                  <a:srgbClr val="F9A8D4">
                    <a:alpha val="40000"/>
                  </a:srgbClr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62750" y="18669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Schrödinger equation governs the time evolution of quantum states</a:t>
            </a:r>
          </a:p>
        </p:txBody>
      </p:sp>
      <p:sp>
        <p:nvSpPr>
          <p:cNvPr id="10" name="Freeform 10"/>
          <p:cNvSpPr/>
          <p:nvPr/>
        </p:nvSpPr>
        <p:spPr>
          <a:xfrm>
            <a:off x="571500" y="3619500"/>
            <a:ext cx="5238750" cy="2095500"/>
          </a:xfrm>
          <a:custGeom>
            <a:avLst/>
            <a:gdLst/>
            <a:ahLst/>
            <a:cxnLst/>
            <a:rect l="l" t="t" r="r" b="b"/>
            <a:pathLst>
              <a:path w="5238750" h="2095500">
                <a:moveTo>
                  <a:pt x="209550" y="0"/>
                </a:moveTo>
                <a:lnTo>
                  <a:pt x="5029200" y="0"/>
                </a:lnTo>
                <a:cubicBezTo>
                  <a:pt x="5144931" y="0"/>
                  <a:pt x="5238750" y="93819"/>
                  <a:pt x="5238750" y="209550"/>
                </a:cubicBezTo>
                <a:lnTo>
                  <a:pt x="5238750" y="1885950"/>
                </a:lnTo>
                <a:cubicBezTo>
                  <a:pt x="5238750" y="2001681"/>
                  <a:pt x="5144931" y="2095500"/>
                  <a:pt x="5029200" y="2095500"/>
                </a:cubicBezTo>
                <a:lnTo>
                  <a:pt x="209550" y="2095500"/>
                </a:lnTo>
                <a:cubicBezTo>
                  <a:pt x="93819" y="2095500"/>
                  <a:pt x="0" y="2001681"/>
                  <a:pt x="0" y="18859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BBF24">
              <a:alpha val="8000"/>
            </a:srgbClr>
          </a:solidFill>
          <a:ln w="9525">
            <a:solidFill>
              <a:srgbClr val="FBBF24">
                <a:alpha val="24000"/>
              </a:srgbClr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952500" y="388620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2100" b="1" dirty="0">
                <a:solidFill>
                  <a:srgbClr val="FBBF24">
                    <a:alpha val="40000"/>
                  </a:srgbClr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500" y="43434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Measurement collapses the wave function — Born rule gives the probability</a:t>
            </a:r>
          </a:p>
        </p:txBody>
      </p:sp>
      <p:sp>
        <p:nvSpPr>
          <p:cNvPr id="13" name="Freeform 13"/>
          <p:cNvSpPr/>
          <p:nvPr/>
        </p:nvSpPr>
        <p:spPr>
          <a:xfrm>
            <a:off x="6381750" y="3619500"/>
            <a:ext cx="5238750" cy="2095500"/>
          </a:xfrm>
          <a:custGeom>
            <a:avLst/>
            <a:gdLst/>
            <a:ahLst/>
            <a:cxnLst/>
            <a:rect l="l" t="t" r="r" b="b"/>
            <a:pathLst>
              <a:path w="5238750" h="2095500">
                <a:moveTo>
                  <a:pt x="209550" y="0"/>
                </a:moveTo>
                <a:lnTo>
                  <a:pt x="5029200" y="0"/>
                </a:lnTo>
                <a:cubicBezTo>
                  <a:pt x="5144931" y="0"/>
                  <a:pt x="5238750" y="93819"/>
                  <a:pt x="5238750" y="209550"/>
                </a:cubicBezTo>
                <a:lnTo>
                  <a:pt x="5238750" y="1885950"/>
                </a:lnTo>
                <a:cubicBezTo>
                  <a:pt x="5238750" y="2001681"/>
                  <a:pt x="5144931" y="2095500"/>
                  <a:pt x="5029200" y="2095500"/>
                </a:cubicBezTo>
                <a:lnTo>
                  <a:pt x="209550" y="2095500"/>
                </a:lnTo>
                <a:cubicBezTo>
                  <a:pt x="93819" y="2095500"/>
                  <a:pt x="0" y="2001681"/>
                  <a:pt x="0" y="18859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93C5FD">
              <a:alpha val="8000"/>
            </a:srgbClr>
          </a:solidFill>
          <a:ln w="9525">
            <a:solidFill>
              <a:srgbClr val="93C5FD">
                <a:alpha val="24000"/>
              </a:srgbClr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762750" y="3886200"/>
            <a:ext cx="571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l"/>
            <a:r>
              <a:rPr lang="zh-CN" sz="2100" b="1" dirty="0">
                <a:solidFill>
                  <a:srgbClr val="93C5FD">
                    <a:alpha val="40000"/>
                  </a:srgbClr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2750" y="43434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/>
            <a:r>
              <a:rPr lang="en-US" sz="1500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Uncertainty is fundamental to nature — not a limitation of instruments</a:t>
            </a:r>
          </a:p>
        </p:txBody>
      </p:sp>
      <p:sp>
        <p:nvSpPr>
          <p:cNvPr id="16" name="Ellipse 16"/>
          <p:cNvSpPr/>
          <p:nvPr/>
        </p:nvSpPr>
        <p:spPr>
          <a:xfrm>
            <a:off x="4667250" y="2095500"/>
            <a:ext cx="2857500" cy="2857500"/>
          </a:xfrm>
          <a:prstGeom prst="ellipse">
            <a:avLst/>
          </a:prstGeom>
          <a:solidFill>
            <a:srgbClr val="C4B5FD">
              <a:alpha val="5000"/>
            </a:srgbClr>
          </a:solidFill>
          <a:ln>
            <a:noFill/>
          </a:ln>
        </p:spPr>
      </p:sp>
    </p:spTree>
  </p:cSld>
  <p:clrMapOvr>
    <a:masterClrMapping/>
  </p:clrMapOvr>
  <p:transition dur="5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4191000" y="1524000"/>
            <a:ext cx="3810000" cy="3810000"/>
          </a:xfrm>
          <a:prstGeom prst="ellipse">
            <a:avLst/>
          </a:prstGeom>
          <a:solidFill>
            <a:srgbClr val="C4B5FD">
              <a:alpha val="9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2000" y="2371725"/>
            <a:ext cx="9525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dirty="0">
                <a:solidFill>
                  <a:srgbClr val="F1F5F9"/>
                </a:solidFill>
                <a:latin typeface="Segoe UI"/>
                <a:ea typeface="Microsoft YaHei"/>
                <a:cs typeface="Segoe UI"/>
              </a:rPr>
              <a:t>Questions?</a:t>
            </a:r>
          </a:p>
        </p:txBody>
      </p:sp>
      <p:sp>
        <p:nvSpPr>
          <p:cNvPr id="5" name="Rectangle 5"/>
          <p:cNvSpPr/>
          <p:nvPr/>
        </p:nvSpPr>
        <p:spPr>
          <a:xfrm>
            <a:off x="4191000" y="3505200"/>
            <a:ext cx="3810000" cy="19050"/>
          </a:xfrm>
          <a:prstGeom prst="rect">
            <a:avLst/>
          </a:prstGeom>
          <a:solidFill>
            <a:srgbClr val="C4B5FD">
              <a:alpha val="4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62000" y="388620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500" dirty="0">
                <a:solidFill>
                  <a:srgbClr val="C4B5FD">
                    <a:alpha val="70000"/>
                  </a:srgbClr>
                </a:solidFill>
                <a:latin typeface="Segoe UI"/>
                <a:ea typeface="Microsoft YaHei"/>
                <a:cs typeface="Segoe UI"/>
              </a:rPr>
              <a:t>PHYS 7210 — Office hours: Tue/Thu 2–4 pm, Room 412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2000" y="4495800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350" dirty="0">
                <a:solidFill>
                  <a:srgbClr val="F1F5F9">
                    <a:alpha val="45000"/>
                  </a:srgbClr>
                </a:solidFill>
                <a:latin typeface="Segoe UI"/>
                <a:ea typeface="Microsoft YaHei"/>
                <a:cs typeface="Segoe UI"/>
              </a:rPr>
              <a:t>Next lecture: Quantum Entanglement &amp; Bell's Theorem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5143500"/>
            <a:ext cx="106680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</a:bodyPr>
          <a:lstStyle/>
          <a:p>
            <a:pPr algn="ctr"/>
            <a:r>
              <a:rPr lang="zh-CN" sz="1125" dirty="0">
                <a:solidFill>
                  <a:srgbClr val="C4B5FD">
                    <a:alpha val="35000"/>
                  </a:srgbClr>
                </a:solidFill>
                <a:latin typeface="Segoe UI"/>
                <a:ea typeface="Microsoft YaHei"/>
                <a:cs typeface="Segoe UI"/>
              </a:rPr>
              <a:t>Instructor · Department of Physics · Spring 2026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